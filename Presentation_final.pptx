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8" r:id="rId6"/>
    <p:sldId id="262" r:id="rId7"/>
    <p:sldId id="278" r:id="rId8"/>
    <p:sldId id="264" r:id="rId9"/>
    <p:sldId id="265" r:id="rId10"/>
    <p:sldId id="294" r:id="rId11"/>
    <p:sldId id="295" r:id="rId12"/>
    <p:sldId id="296" r:id="rId13"/>
    <p:sldId id="266" r:id="rId14"/>
    <p:sldId id="267" r:id="rId15"/>
    <p:sldId id="268" r:id="rId16"/>
    <p:sldId id="269" r:id="rId17"/>
    <p:sldId id="276" r:id="rId18"/>
    <p:sldId id="270" r:id="rId19"/>
    <p:sldId id="271" r:id="rId20"/>
    <p:sldId id="297" r:id="rId21"/>
    <p:sldId id="277" r:id="rId22"/>
    <p:sldId id="274" r:id="rId23"/>
    <p:sldId id="272" r:id="rId24"/>
    <p:sldId id="273" r:id="rId25"/>
    <p:sldId id="279" r:id="rId26"/>
    <p:sldId id="282" r:id="rId27"/>
    <p:sldId id="280" r:id="rId28"/>
    <p:sldId id="281" r:id="rId29"/>
    <p:sldId id="287" r:id="rId30"/>
    <p:sldId id="288" r:id="rId31"/>
    <p:sldId id="290" r:id="rId32"/>
    <p:sldId id="291" r:id="rId33"/>
    <p:sldId id="293" r:id="rId34"/>
    <p:sldId id="298" r:id="rId35"/>
    <p:sldId id="284" r:id="rId36"/>
    <p:sldId id="28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01942-8C06-4892-BCDA-55FB1B1D3B97}" v="330" dt="2021-06-09T12:31:28.406"/>
    <p1510:client id="{125FD5B0-7995-415A-BBB4-EF87E0367B49}" v="1083" dt="2021-06-11T08:42:31.914"/>
    <p1510:client id="{20A788E4-5AC9-448C-84C2-F6BA141508ED}" v="80" dt="2021-06-11T08:44:21.480"/>
    <p1510:client id="{3498410B-FDD7-453C-858E-A449FB985F5D}" v="274" dt="2021-06-11T07:53:00.778"/>
    <p1510:client id="{35B81551-7312-4A08-90EB-21F591F5442F}" v="45" dt="2021-06-09T07:16:38.967"/>
    <p1510:client id="{4D2E8C2D-C2CB-4C81-AC2B-14DFE5E03412}" v="5" dt="2021-06-11T07:12:50.058"/>
    <p1510:client id="{53AC2C98-231B-45FE-9741-1816360E565C}" v="153" dt="2021-06-11T08:06:54.572"/>
    <p1510:client id="{600A8145-F689-4D59-800D-1CF43B45B45C}" v="32" dt="2021-06-09T12:56:48.893"/>
    <p1510:client id="{6BA3232B-051B-4FEC-8B71-82BFDFE0E7C7}" v="37" dt="2021-06-09T12:22:59.431"/>
    <p1510:client id="{6D17D839-9492-4ADD-9B5F-35FCA8627803}" v="421" dt="2021-06-11T08:59:33.611"/>
    <p1510:client id="{72F56BB2-A775-40EE-AA0C-6D9561BF4A14}" v="159" dt="2021-06-09T12:42:38.840"/>
    <p1510:client id="{7ECB0356-1430-4F6E-AFAA-0284E8B6001D}" v="90" dt="2021-06-11T07:39:17.264"/>
    <p1510:client id="{95630F0C-93D8-4962-BA48-C43A8A48EDBA}" v="20" dt="2021-06-11T08:58:42.490"/>
    <p1510:client id="{A0760317-14AB-45C6-BBC3-A4C1A167B628}" v="372" dt="2021-06-09T13:24:02.550"/>
    <p1510:client id="{B10AAD65-D1A6-4CD9-8DD8-75FCEC790373}" v="2" dt="2021-06-11T08:30:20.856"/>
    <p1510:client id="{BA140BE2-72A5-4C9C-B15F-40A9E9BF3FAE}" v="202" dt="2021-06-09T12:18:56.657"/>
    <p1510:client id="{BB3B10E3-0DC6-401C-9695-6D5FFACBBFB7}" v="41" dt="2021-06-09T12:43:04.046"/>
    <p1510:client id="{C8261E39-32A3-47D4-8101-AE04019740F0}" v="1" dt="2021-06-11T08:09:19.027"/>
    <p1510:client id="{DC29D46C-201C-42CF-98F3-CDEC7657E6BB}" v="397" dt="2021-06-09T12:56:45.230"/>
    <p1510:client id="{E42B1662-3499-4810-917F-956F5C2F3CC9}" v="1" dt="2021-06-09T13:27:24.071"/>
    <p1510:client id="{E593F274-8DB4-4E96-AA99-609AD0BCB665}" v="78" dt="2021-06-09T11:35:03.431"/>
    <p1510:client id="{FAFE3E80-CC34-4651-9F55-C00921AE890D}" v="104" dt="2021-06-11T08:22:53.875"/>
    <p1510:client id="{FE15D2FF-4777-41C6-BB38-1CDE30EA2B85}" v="7" dt="2021-06-11T08:55:20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 Righenzi Hugon De Villers (Student at CentraleSupelec)" userId="S::pierre.righenzi@student-cs.fr::669ef1d6-e17c-4eda-8b61-33af48384ef6" providerId="AD" clId="Web-{BA140BE2-72A5-4C9C-B15F-40A9E9BF3FAE}"/>
    <pc:docChg chg="addSld delSld modSld">
      <pc:chgData name="Pierre Righenzi Hugon De Villers (Student at CentraleSupelec)" userId="S::pierre.righenzi@student-cs.fr::669ef1d6-e17c-4eda-8b61-33af48384ef6" providerId="AD" clId="Web-{BA140BE2-72A5-4C9C-B15F-40A9E9BF3FAE}" dt="2021-06-09T12:18:56.344" v="101" actId="20577"/>
      <pc:docMkLst>
        <pc:docMk/>
      </pc:docMkLst>
      <pc:sldChg chg="new del">
        <pc:chgData name="Pierre Righenzi Hugon De Villers (Student at CentraleSupelec)" userId="S::pierre.righenzi@student-cs.fr::669ef1d6-e17c-4eda-8b61-33af48384ef6" providerId="AD" clId="Web-{BA140BE2-72A5-4C9C-B15F-40A9E9BF3FAE}" dt="2021-06-09T12:15:52.668" v="2"/>
        <pc:sldMkLst>
          <pc:docMk/>
          <pc:sldMk cId="854270364" sldId="261"/>
        </pc:sldMkLst>
      </pc:sldChg>
      <pc:sldChg chg="addSp delSp modSp new">
        <pc:chgData name="Pierre Righenzi Hugon De Villers (Student at CentraleSupelec)" userId="S::pierre.righenzi@student-cs.fr::669ef1d6-e17c-4eda-8b61-33af48384ef6" providerId="AD" clId="Web-{BA140BE2-72A5-4C9C-B15F-40A9E9BF3FAE}" dt="2021-06-09T12:17:23.467" v="68" actId="20577"/>
        <pc:sldMkLst>
          <pc:docMk/>
          <pc:sldMk cId="291332544" sldId="262"/>
        </pc:sldMkLst>
        <pc:spChg chg="mod">
          <ac:chgData name="Pierre Righenzi Hugon De Villers (Student at CentraleSupelec)" userId="S::pierre.righenzi@student-cs.fr::669ef1d6-e17c-4eda-8b61-33af48384ef6" providerId="AD" clId="Web-{BA140BE2-72A5-4C9C-B15F-40A9E9BF3FAE}" dt="2021-06-09T12:16:51.498" v="13" actId="20577"/>
          <ac:spMkLst>
            <pc:docMk/>
            <pc:sldMk cId="291332544" sldId="262"/>
            <ac:spMk id="2" creationId="{6A80C2BE-925A-4474-B597-21C2748B3FCA}"/>
          </ac:spMkLst>
        </pc:spChg>
        <pc:spChg chg="del">
          <ac:chgData name="Pierre Righenzi Hugon De Villers (Student at CentraleSupelec)" userId="S::pierre.righenzi@student-cs.fr::669ef1d6-e17c-4eda-8b61-33af48384ef6" providerId="AD" clId="Web-{BA140BE2-72A5-4C9C-B15F-40A9E9BF3FAE}" dt="2021-06-09T12:16:51.716" v="14"/>
          <ac:spMkLst>
            <pc:docMk/>
            <pc:sldMk cId="291332544" sldId="262"/>
            <ac:spMk id="3" creationId="{E1D9BFE7-A67D-4688-A7EA-273E1A02A97C}"/>
          </ac:spMkLst>
        </pc:spChg>
        <pc:spChg chg="mod">
          <ac:chgData name="Pierre Righenzi Hugon De Villers (Student at CentraleSupelec)" userId="S::pierre.righenzi@student-cs.fr::669ef1d6-e17c-4eda-8b61-33af48384ef6" providerId="AD" clId="Web-{BA140BE2-72A5-4C9C-B15F-40A9E9BF3FAE}" dt="2021-06-09T12:17:23.467" v="68" actId="20577"/>
          <ac:spMkLst>
            <pc:docMk/>
            <pc:sldMk cId="291332544" sldId="262"/>
            <ac:spMk id="4" creationId="{663036BD-183C-42A9-AB07-DF9D0FD6E002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BA140BE2-72A5-4C9C-B15F-40A9E9BF3FAE}" dt="2021-06-09T12:16:51.716" v="14"/>
          <ac:picMkLst>
            <pc:docMk/>
            <pc:sldMk cId="291332544" sldId="262"/>
            <ac:picMk id="5" creationId="{C70AB1BA-123E-4AE3-B634-DBF5423ACF39}"/>
          </ac:picMkLst>
        </pc:picChg>
      </pc:sldChg>
      <pc:sldChg chg="modSp new">
        <pc:chgData name="Pierre Righenzi Hugon De Villers (Student at CentraleSupelec)" userId="S::pierre.righenzi@student-cs.fr::669ef1d6-e17c-4eda-8b61-33af48384ef6" providerId="AD" clId="Web-{BA140BE2-72A5-4C9C-B15F-40A9E9BF3FAE}" dt="2021-06-09T12:17:58.327" v="93" actId="20577"/>
        <pc:sldMkLst>
          <pc:docMk/>
          <pc:sldMk cId="1105204062" sldId="263"/>
        </pc:sldMkLst>
        <pc:spChg chg="mod">
          <ac:chgData name="Pierre Righenzi Hugon De Villers (Student at CentraleSupelec)" userId="S::pierre.righenzi@student-cs.fr::669ef1d6-e17c-4eda-8b61-33af48384ef6" providerId="AD" clId="Web-{BA140BE2-72A5-4C9C-B15F-40A9E9BF3FAE}" dt="2021-06-09T12:17:58.327" v="93" actId="20577"/>
          <ac:spMkLst>
            <pc:docMk/>
            <pc:sldMk cId="1105204062" sldId="263"/>
            <ac:spMk id="2" creationId="{5BDDE15F-B05C-4FCA-B100-D0485B3C3675}"/>
          </ac:spMkLst>
        </pc:spChg>
      </pc:sldChg>
      <pc:sldChg chg="modSp new">
        <pc:chgData name="Pierre Righenzi Hugon De Villers (Student at CentraleSupelec)" userId="S::pierre.righenzi@student-cs.fr::669ef1d6-e17c-4eda-8b61-33af48384ef6" providerId="AD" clId="Web-{BA140BE2-72A5-4C9C-B15F-40A9E9BF3FAE}" dt="2021-06-09T12:18:56.344" v="101" actId="20577"/>
        <pc:sldMkLst>
          <pc:docMk/>
          <pc:sldMk cId="1415018940" sldId="264"/>
        </pc:sldMkLst>
        <pc:spChg chg="mod">
          <ac:chgData name="Pierre Righenzi Hugon De Villers (Student at CentraleSupelec)" userId="S::pierre.righenzi@student-cs.fr::669ef1d6-e17c-4eda-8b61-33af48384ef6" providerId="AD" clId="Web-{BA140BE2-72A5-4C9C-B15F-40A9E9BF3FAE}" dt="2021-06-09T12:18:56.344" v="101" actId="20577"/>
          <ac:spMkLst>
            <pc:docMk/>
            <pc:sldMk cId="1415018940" sldId="264"/>
            <ac:spMk id="2" creationId="{745196FE-FE91-4740-8B7C-B068BE6C1675}"/>
          </ac:spMkLst>
        </pc:spChg>
      </pc:sldChg>
    </pc:docChg>
  </pc:docChgLst>
  <pc:docChgLst>
    <pc:chgData name="Axel Nguyen--Kerbel (Student at CentraleSupelec)" userId="S::axel.nguyen-kerbel@student-cs.fr::674f316a-a1d4-483e-9fb0-38a16ee3e229" providerId="AD" clId="Web-{E42B1662-3499-4810-917F-956F5C2F3CC9}"/>
    <pc:docChg chg="sldOrd">
      <pc:chgData name="Axel Nguyen--Kerbel (Student at CentraleSupelec)" userId="S::axel.nguyen-kerbel@student-cs.fr::674f316a-a1d4-483e-9fb0-38a16ee3e229" providerId="AD" clId="Web-{E42B1662-3499-4810-917F-956F5C2F3CC9}" dt="2021-06-09T13:27:24.071" v="0"/>
      <pc:docMkLst>
        <pc:docMk/>
      </pc:docMkLst>
      <pc:sldChg chg="ord">
        <pc:chgData name="Axel Nguyen--Kerbel (Student at CentraleSupelec)" userId="S::axel.nguyen-kerbel@student-cs.fr::674f316a-a1d4-483e-9fb0-38a16ee3e229" providerId="AD" clId="Web-{E42B1662-3499-4810-917F-956F5C2F3CC9}" dt="2021-06-09T13:27:24.071" v="0"/>
        <pc:sldMkLst>
          <pc:docMk/>
          <pc:sldMk cId="3027743169" sldId="270"/>
        </pc:sldMkLst>
      </pc:sldChg>
    </pc:docChg>
  </pc:docChgLst>
  <pc:docChgLst>
    <pc:chgData name="Axel Nguyen--Kerbel (Student at CentraleSupelec)" userId="S::axel.nguyen-kerbel@student-cs.fr::674f316a-a1d4-483e-9fb0-38a16ee3e229" providerId="AD" clId="Web-{53AC2C98-231B-45FE-9741-1816360E565C}"/>
    <pc:docChg chg="addSld delSld modSld">
      <pc:chgData name="Axel Nguyen--Kerbel (Student at CentraleSupelec)" userId="S::axel.nguyen-kerbel@student-cs.fr::674f316a-a1d4-483e-9fb0-38a16ee3e229" providerId="AD" clId="Web-{53AC2C98-231B-45FE-9741-1816360E565C}" dt="2021-06-11T08:06:54.572" v="86" actId="20577"/>
      <pc:docMkLst>
        <pc:docMk/>
      </pc:docMkLst>
      <pc:sldChg chg="addSp delSp modSp">
        <pc:chgData name="Axel Nguyen--Kerbel (Student at CentraleSupelec)" userId="S::axel.nguyen-kerbel@student-cs.fr::674f316a-a1d4-483e-9fb0-38a16ee3e229" providerId="AD" clId="Web-{53AC2C98-231B-45FE-9741-1816360E565C}" dt="2021-06-11T07:59:37.700" v="14" actId="1076"/>
        <pc:sldMkLst>
          <pc:docMk/>
          <pc:sldMk cId="3131511418" sldId="272"/>
        </pc:sldMkLst>
        <pc:spChg chg="add del mod">
          <ac:chgData name="Axel Nguyen--Kerbel (Student at CentraleSupelec)" userId="S::axel.nguyen-kerbel@student-cs.fr::674f316a-a1d4-483e-9fb0-38a16ee3e229" providerId="AD" clId="Web-{53AC2C98-231B-45FE-9741-1816360E565C}" dt="2021-06-11T07:59:25.200" v="11"/>
          <ac:spMkLst>
            <pc:docMk/>
            <pc:sldMk cId="3131511418" sldId="272"/>
            <ac:spMk id="6" creationId="{4F680182-B0FE-4039-BDD1-1B9065C9AEAB}"/>
          </ac:spMkLst>
        </pc:spChg>
        <pc:picChg chg="del">
          <ac:chgData name="Axel Nguyen--Kerbel (Student at CentraleSupelec)" userId="S::axel.nguyen-kerbel@student-cs.fr::674f316a-a1d4-483e-9fb0-38a16ee3e229" providerId="AD" clId="Web-{53AC2C98-231B-45FE-9741-1816360E565C}" dt="2021-06-11T07:59:07.964" v="10"/>
          <ac:picMkLst>
            <pc:docMk/>
            <pc:sldMk cId="3131511418" sldId="272"/>
            <ac:picMk id="5" creationId="{CC17911A-DAE7-4C94-A5FD-7A004143CF12}"/>
          </ac:picMkLst>
        </pc:picChg>
        <pc:picChg chg="add mod ord">
          <ac:chgData name="Axel Nguyen--Kerbel (Student at CentraleSupelec)" userId="S::axel.nguyen-kerbel@student-cs.fr::674f316a-a1d4-483e-9fb0-38a16ee3e229" providerId="AD" clId="Web-{53AC2C98-231B-45FE-9741-1816360E565C}" dt="2021-06-11T07:59:37.700" v="14" actId="1076"/>
          <ac:picMkLst>
            <pc:docMk/>
            <pc:sldMk cId="3131511418" sldId="272"/>
            <ac:picMk id="7" creationId="{67DE79D0-C58D-439E-8289-BE51F6F00FD9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53AC2C98-231B-45FE-9741-1816360E565C}" dt="2021-06-11T08:01:38.583" v="18" actId="1076"/>
        <pc:sldMkLst>
          <pc:docMk/>
          <pc:sldMk cId="1143092030" sldId="288"/>
        </pc:sldMkLst>
        <pc:spChg chg="mod">
          <ac:chgData name="Axel Nguyen--Kerbel (Student at CentraleSupelec)" userId="S::axel.nguyen-kerbel@student-cs.fr::674f316a-a1d4-483e-9fb0-38a16ee3e229" providerId="AD" clId="Web-{53AC2C98-231B-45FE-9741-1816360E565C}" dt="2021-06-11T07:55:12.137" v="5" actId="20577"/>
          <ac:spMkLst>
            <pc:docMk/>
            <pc:sldMk cId="1143092030" sldId="288"/>
            <ac:spMk id="2" creationId="{BB297218-8B0D-4C9B-9D3F-10F875097A24}"/>
          </ac:spMkLst>
        </pc:spChg>
        <pc:spChg chg="mod">
          <ac:chgData name="Axel Nguyen--Kerbel (Student at CentraleSupelec)" userId="S::axel.nguyen-kerbel@student-cs.fr::674f316a-a1d4-483e-9fb0-38a16ee3e229" providerId="AD" clId="Web-{53AC2C98-231B-45FE-9741-1816360E565C}" dt="2021-06-11T07:55:07.277" v="3" actId="20577"/>
          <ac:spMkLst>
            <pc:docMk/>
            <pc:sldMk cId="1143092030" sldId="288"/>
            <ac:spMk id="3" creationId="{442F7B49-C21B-456F-A385-9AB9C82EEE01}"/>
          </ac:spMkLst>
        </pc:spChg>
        <pc:picChg chg="add del mod">
          <ac:chgData name="Axel Nguyen--Kerbel (Student at CentraleSupelec)" userId="S::axel.nguyen-kerbel@student-cs.fr::674f316a-a1d4-483e-9fb0-38a16ee3e229" providerId="AD" clId="Web-{53AC2C98-231B-45FE-9741-1816360E565C}" dt="2021-06-11T08:01:32.302" v="15"/>
          <ac:picMkLst>
            <pc:docMk/>
            <pc:sldMk cId="1143092030" sldId="288"/>
            <ac:picMk id="5" creationId="{D9C252E9-A253-4054-A485-F7E10EA18B89}"/>
          </ac:picMkLst>
        </pc:picChg>
        <pc:picChg chg="add mod">
          <ac:chgData name="Axel Nguyen--Kerbel (Student at CentraleSupelec)" userId="S::axel.nguyen-kerbel@student-cs.fr::674f316a-a1d4-483e-9fb0-38a16ee3e229" providerId="AD" clId="Web-{53AC2C98-231B-45FE-9741-1816360E565C}" dt="2021-06-11T08:01:38.583" v="18" actId="1076"/>
          <ac:picMkLst>
            <pc:docMk/>
            <pc:sldMk cId="1143092030" sldId="288"/>
            <ac:picMk id="6" creationId="{E1785295-70EA-4DA1-B1CD-F4E75A9EAABB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53AC2C98-231B-45FE-9741-1816360E565C}" dt="2021-06-11T08:06:54.572" v="86" actId="20577"/>
        <pc:sldMkLst>
          <pc:docMk/>
          <pc:sldMk cId="3143016974" sldId="290"/>
        </pc:sldMkLst>
        <pc:spChg chg="mod">
          <ac:chgData name="Axel Nguyen--Kerbel (Student at CentraleSupelec)" userId="S::axel.nguyen-kerbel@student-cs.fr::674f316a-a1d4-483e-9fb0-38a16ee3e229" providerId="AD" clId="Web-{53AC2C98-231B-45FE-9741-1816360E565C}" dt="2021-06-11T08:06:54.572" v="86" actId="20577"/>
          <ac:spMkLst>
            <pc:docMk/>
            <pc:sldMk cId="3143016974" sldId="290"/>
            <ac:spMk id="2" creationId="{1E995C22-2B3B-40ED-B9D9-9A7F7A12C2E3}"/>
          </ac:spMkLst>
        </pc:spChg>
        <pc:spChg chg="del mod">
          <ac:chgData name="Axel Nguyen--Kerbel (Student at CentraleSupelec)" userId="S::axel.nguyen-kerbel@student-cs.fr::674f316a-a1d4-483e-9fb0-38a16ee3e229" providerId="AD" clId="Web-{53AC2C98-231B-45FE-9741-1816360E565C}" dt="2021-06-11T08:04:56.658" v="62"/>
          <ac:spMkLst>
            <pc:docMk/>
            <pc:sldMk cId="3143016974" sldId="290"/>
            <ac:spMk id="3" creationId="{989D038B-5DBA-46A7-BD2E-55762504B3F1}"/>
          </ac:spMkLst>
        </pc:spChg>
        <pc:spChg chg="mod">
          <ac:chgData name="Axel Nguyen--Kerbel (Student at CentraleSupelec)" userId="S::axel.nguyen-kerbel@student-cs.fr::674f316a-a1d4-483e-9fb0-38a16ee3e229" providerId="AD" clId="Web-{53AC2C98-231B-45FE-9741-1816360E565C}" dt="2021-06-11T08:04:39.032" v="61" actId="20577"/>
          <ac:spMkLst>
            <pc:docMk/>
            <pc:sldMk cId="3143016974" sldId="290"/>
            <ac:spMk id="4" creationId="{526442B4-DAFA-4C50-81FC-D5635CBF7897}"/>
          </ac:spMkLst>
        </pc:spChg>
        <pc:picChg chg="add mod ord">
          <ac:chgData name="Axel Nguyen--Kerbel (Student at CentraleSupelec)" userId="S::axel.nguyen-kerbel@student-cs.fr::674f316a-a1d4-483e-9fb0-38a16ee3e229" providerId="AD" clId="Web-{53AC2C98-231B-45FE-9741-1816360E565C}" dt="2021-06-11T08:05:02.081" v="64" actId="1076"/>
          <ac:picMkLst>
            <pc:docMk/>
            <pc:sldMk cId="3143016974" sldId="290"/>
            <ac:picMk id="5" creationId="{D10E0AAD-7C19-4F65-A22B-5ABF7E53EFD2}"/>
          </ac:picMkLst>
        </pc:picChg>
      </pc:sldChg>
      <pc:sldChg chg="addSp delSp modSp new del">
        <pc:chgData name="Axel Nguyen--Kerbel (Student at CentraleSupelec)" userId="S::axel.nguyen-kerbel@student-cs.fr::674f316a-a1d4-483e-9fb0-38a16ee3e229" providerId="AD" clId="Web-{53AC2C98-231B-45FE-9741-1816360E565C}" dt="2021-06-11T08:06:15.429" v="76"/>
        <pc:sldMkLst>
          <pc:docMk/>
          <pc:sldMk cId="3941444080" sldId="291"/>
        </pc:sldMkLst>
        <pc:spChg chg="mod">
          <ac:chgData name="Axel Nguyen--Kerbel (Student at CentraleSupelec)" userId="S::axel.nguyen-kerbel@student-cs.fr::674f316a-a1d4-483e-9fb0-38a16ee3e229" providerId="AD" clId="Web-{53AC2C98-231B-45FE-9741-1816360E565C}" dt="2021-06-11T08:06:14.929" v="75" actId="20577"/>
          <ac:spMkLst>
            <pc:docMk/>
            <pc:sldMk cId="3941444080" sldId="291"/>
            <ac:spMk id="2" creationId="{C8F15C6C-8A03-4B23-9A8F-13C46EF3A458}"/>
          </ac:spMkLst>
        </pc:spChg>
        <pc:spChg chg="add del">
          <ac:chgData name="Axel Nguyen--Kerbel (Student at CentraleSupelec)" userId="S::axel.nguyen-kerbel@student-cs.fr::674f316a-a1d4-483e-9fb0-38a16ee3e229" providerId="AD" clId="Web-{53AC2C98-231B-45FE-9741-1816360E565C}" dt="2021-06-11T08:06:13.288" v="71"/>
          <ac:spMkLst>
            <pc:docMk/>
            <pc:sldMk cId="3941444080" sldId="291"/>
            <ac:spMk id="5" creationId="{BFCABAA0-E471-45C2-A7CA-3AF79F0B1D6C}"/>
          </ac:spMkLst>
        </pc:spChg>
      </pc:sldChg>
    </pc:docChg>
  </pc:docChgLst>
  <pc:docChgLst>
    <pc:chgData name="Badre Mhiouah (Student at CentraleSupelec)" userId="S::badre.mhiouah@student-cs.fr::4929322e-411b-46aa-ae07-3e0bcecd389f" providerId="AD" clId="Web-{A0760317-14AB-45C6-BBC3-A4C1A167B628}"/>
    <pc:docChg chg="addSld modSld sldOrd">
      <pc:chgData name="Badre Mhiouah (Student at CentraleSupelec)" userId="S::badre.mhiouah@student-cs.fr::4929322e-411b-46aa-ae07-3e0bcecd389f" providerId="AD" clId="Web-{A0760317-14AB-45C6-BBC3-A4C1A167B628}" dt="2021-06-09T13:24:02.550" v="189" actId="20577"/>
      <pc:docMkLst>
        <pc:docMk/>
      </pc:docMkLst>
      <pc:sldChg chg="modSp">
        <pc:chgData name="Badre Mhiouah (Student at CentraleSupelec)" userId="S::badre.mhiouah@student-cs.fr::4929322e-411b-46aa-ae07-3e0bcecd389f" providerId="AD" clId="Web-{A0760317-14AB-45C6-BBC3-A4C1A167B628}" dt="2021-06-09T13:24:02.550" v="189" actId="20577"/>
        <pc:sldMkLst>
          <pc:docMk/>
          <pc:sldMk cId="2148655367" sldId="267"/>
        </pc:sldMkLst>
        <pc:spChg chg="mod">
          <ac:chgData name="Badre Mhiouah (Student at CentraleSupelec)" userId="S::badre.mhiouah@student-cs.fr::4929322e-411b-46aa-ae07-3e0bcecd389f" providerId="AD" clId="Web-{A0760317-14AB-45C6-BBC3-A4C1A167B628}" dt="2021-06-09T13:24:02.550" v="189" actId="20577"/>
          <ac:spMkLst>
            <pc:docMk/>
            <pc:sldMk cId="2148655367" sldId="267"/>
            <ac:spMk id="4" creationId="{2F92DDAC-8B14-400E-917D-705D281F6462}"/>
          </ac:spMkLst>
        </pc:spChg>
      </pc:sldChg>
      <pc:sldChg chg="ord">
        <pc:chgData name="Badre Mhiouah (Student at CentraleSupelec)" userId="S::badre.mhiouah@student-cs.fr::4929322e-411b-46aa-ae07-3e0bcecd389f" providerId="AD" clId="Web-{A0760317-14AB-45C6-BBC3-A4C1A167B628}" dt="2021-06-09T13:20:04.146" v="128"/>
        <pc:sldMkLst>
          <pc:docMk/>
          <pc:sldMk cId="3027743169" sldId="270"/>
        </pc:sldMkLst>
      </pc:sldChg>
      <pc:sldChg chg="addSp delSp modSp new mod setBg">
        <pc:chgData name="Badre Mhiouah (Student at CentraleSupelec)" userId="S::badre.mhiouah@student-cs.fr::4929322e-411b-46aa-ae07-3e0bcecd389f" providerId="AD" clId="Web-{A0760317-14AB-45C6-BBC3-A4C1A167B628}" dt="2021-06-09T13:16:34.416" v="127" actId="20577"/>
        <pc:sldMkLst>
          <pc:docMk/>
          <pc:sldMk cId="3099467415" sldId="278"/>
        </pc:sldMkLst>
        <pc:spChg chg="mod">
          <ac:chgData name="Badre Mhiouah (Student at CentraleSupelec)" userId="S::badre.mhiouah@student-cs.fr::4929322e-411b-46aa-ae07-3e0bcecd389f" providerId="AD" clId="Web-{A0760317-14AB-45C6-BBC3-A4C1A167B628}" dt="2021-06-09T13:14:08.876" v="22" actId="14100"/>
          <ac:spMkLst>
            <pc:docMk/>
            <pc:sldMk cId="3099467415" sldId="278"/>
            <ac:spMk id="2" creationId="{FC5DC825-2ACC-4AB3-BDBC-F62FA7EDB591}"/>
          </ac:spMkLst>
        </pc:spChg>
        <pc:spChg chg="del">
          <ac:chgData name="Badre Mhiouah (Student at CentraleSupelec)" userId="S::badre.mhiouah@student-cs.fr::4929322e-411b-46aa-ae07-3e0bcecd389f" providerId="AD" clId="Web-{A0760317-14AB-45C6-BBC3-A4C1A167B628}" dt="2021-06-09T13:09:31.642" v="1"/>
          <ac:spMkLst>
            <pc:docMk/>
            <pc:sldMk cId="3099467415" sldId="278"/>
            <ac:spMk id="3" creationId="{25C092BB-DB3C-4A8A-AE1C-A95655469704}"/>
          </ac:spMkLst>
        </pc:spChg>
        <pc:spChg chg="add mod">
          <ac:chgData name="Badre Mhiouah (Student at CentraleSupelec)" userId="S::badre.mhiouah@student-cs.fr::4929322e-411b-46aa-ae07-3e0bcecd389f" providerId="AD" clId="Web-{A0760317-14AB-45C6-BBC3-A4C1A167B628}" dt="2021-06-09T13:16:34.416" v="127" actId="20577"/>
          <ac:spMkLst>
            <pc:docMk/>
            <pc:sldMk cId="3099467415" sldId="278"/>
            <ac:spMk id="5" creationId="{58CDD803-B3E6-4CC1-A303-B594331707A8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0:07.675" v="7"/>
          <ac:spMkLst>
            <pc:docMk/>
            <pc:sldMk cId="3099467415" sldId="278"/>
            <ac:spMk id="8" creationId="{C5727E66-4847-4197-BCC4-D934EED67251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3" v="18"/>
          <ac:spMkLst>
            <pc:docMk/>
            <pc:sldMk cId="3099467415" sldId="278"/>
            <ac:spMk id="11" creationId="{2D6CE9D5-28BB-4329-B5E2-B06131F27F5B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3" v="18"/>
          <ac:spMkLst>
            <pc:docMk/>
            <pc:sldMk cId="3099467415" sldId="278"/>
            <ac:spMk id="13" creationId="{8D9F7D40-5D59-4F59-A331-D8F7710AC903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3" v="18"/>
          <ac:spMkLst>
            <pc:docMk/>
            <pc:sldMk cId="3099467415" sldId="278"/>
            <ac:spMk id="15" creationId="{E2B1BC2F-AEBF-4990-A7F9-197AAF28BC7A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11.061" v="14"/>
          <ac:spMkLst>
            <pc:docMk/>
            <pc:sldMk cId="3099467415" sldId="278"/>
            <ac:spMk id="17" creationId="{B217C2AD-51B4-40CE-A71F-F5D3F846D97B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11.061" v="14"/>
          <ac:spMkLst>
            <pc:docMk/>
            <pc:sldMk cId="3099467415" sldId="278"/>
            <ac:spMk id="18" creationId="{6F1BF92E-23CF-4BFE-9E1F-C359BACFA3C5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11.061" v="14"/>
          <ac:spMkLst>
            <pc:docMk/>
            <pc:sldMk cId="3099467415" sldId="278"/>
            <ac:spMk id="19" creationId="{2093D87A-7818-4594-B3D1-C9CF3747B78B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04.560" v="12"/>
          <ac:spMkLst>
            <pc:docMk/>
            <pc:sldMk cId="3099467415" sldId="278"/>
            <ac:spMk id="20" creationId="{B217C2AD-51B4-40CE-A71F-F5D3F846D97B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11.061" v="14"/>
          <ac:spMkLst>
            <pc:docMk/>
            <pc:sldMk cId="3099467415" sldId="278"/>
            <ac:spMk id="21" creationId="{29BA41EB-EC8E-4167-987C-F07347C193DF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04.560" v="12"/>
          <ac:spMkLst>
            <pc:docMk/>
            <pc:sldMk cId="3099467415" sldId="278"/>
            <ac:spMk id="22" creationId="{6F1BF92E-23CF-4BFE-9E1F-C359BACFA3C5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3" v="18"/>
          <ac:spMkLst>
            <pc:docMk/>
            <pc:sldMk cId="3099467415" sldId="278"/>
            <ac:spMk id="23" creationId="{B217C2AD-51B4-40CE-A71F-F5D3F846D97B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04.560" v="12"/>
          <ac:spMkLst>
            <pc:docMk/>
            <pc:sldMk cId="3099467415" sldId="278"/>
            <ac:spMk id="24" creationId="{DFEF8384-2545-4ACD-9071-49DD1CFC4E99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3" v="18"/>
          <ac:spMkLst>
            <pc:docMk/>
            <pc:sldMk cId="3099467415" sldId="278"/>
            <ac:spMk id="25" creationId="{6F1BF92E-23CF-4BFE-9E1F-C359BACFA3C5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04.560" v="12"/>
          <ac:spMkLst>
            <pc:docMk/>
            <pc:sldMk cId="3099467415" sldId="278"/>
            <ac:spMk id="26" creationId="{F77DB8FA-61A7-4DE7-A777-6D258D172484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3" v="18"/>
          <ac:spMkLst>
            <pc:docMk/>
            <pc:sldMk cId="3099467415" sldId="278"/>
            <ac:spMk id="27" creationId="{DFEF8384-2545-4ACD-9071-49DD1CFC4E99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3" v="18"/>
          <ac:spMkLst>
            <pc:docMk/>
            <pc:sldMk cId="3099467415" sldId="278"/>
            <ac:spMk id="28" creationId="{F77DB8FA-61A7-4DE7-A777-6D258D172484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1.719" v="17"/>
          <ac:spMkLst>
            <pc:docMk/>
            <pc:sldMk cId="3099467415" sldId="278"/>
            <ac:spMk id="33" creationId="{B217C2AD-51B4-40CE-A71F-F5D3F846D97B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1.719" v="17"/>
          <ac:spMkLst>
            <pc:docMk/>
            <pc:sldMk cId="3099467415" sldId="278"/>
            <ac:spMk id="35" creationId="{6F1BF92E-23CF-4BFE-9E1F-C359BACFA3C5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1.719" v="17"/>
          <ac:spMkLst>
            <pc:docMk/>
            <pc:sldMk cId="3099467415" sldId="278"/>
            <ac:spMk id="37" creationId="{DFEF8384-2545-4ACD-9071-49DD1CFC4E99}"/>
          </ac:spMkLst>
        </pc:spChg>
        <pc:spChg chg="add del">
          <ac:chgData name="Badre Mhiouah (Student at CentraleSupelec)" userId="S::badre.mhiouah@student-cs.fr::4929322e-411b-46aa-ae07-3e0bcecd389f" providerId="AD" clId="Web-{A0760317-14AB-45C6-BBC3-A4C1A167B628}" dt="2021-06-09T13:13:51.719" v="17"/>
          <ac:spMkLst>
            <pc:docMk/>
            <pc:sldMk cId="3099467415" sldId="278"/>
            <ac:spMk id="39" creationId="{F77DB8FA-61A7-4DE7-A777-6D258D172484}"/>
          </ac:spMkLst>
        </pc:spChg>
        <pc:picChg chg="add mod ord">
          <ac:chgData name="Badre Mhiouah (Student at CentraleSupelec)" userId="S::badre.mhiouah@student-cs.fr::4929322e-411b-46aa-ae07-3e0bcecd389f" providerId="AD" clId="Web-{A0760317-14AB-45C6-BBC3-A4C1A167B628}" dt="2021-06-09T13:13:53" v="18"/>
          <ac:picMkLst>
            <pc:docMk/>
            <pc:sldMk cId="3099467415" sldId="278"/>
            <ac:picMk id="4" creationId="{73BE5CF4-B512-40B9-8B1B-77C8770B56AC}"/>
          </ac:picMkLst>
        </pc:picChg>
      </pc:sldChg>
    </pc:docChg>
  </pc:docChgLst>
  <pc:docChgLst>
    <pc:chgData name="Badre Mhiouah (Student at CentraleSupelec)" userId="S::badre.mhiouah@student-cs.fr::4929322e-411b-46aa-ae07-3e0bcecd389f" providerId="AD" clId="Web-{6BA3232B-051B-4FEC-8B71-82BFDFE0E7C7}"/>
    <pc:docChg chg="modSld">
      <pc:chgData name="Badre Mhiouah (Student at CentraleSupelec)" userId="S::badre.mhiouah@student-cs.fr::4929322e-411b-46aa-ae07-3e0bcecd389f" providerId="AD" clId="Web-{6BA3232B-051B-4FEC-8B71-82BFDFE0E7C7}" dt="2021-06-09T12:22:53.822" v="16" actId="20577"/>
      <pc:docMkLst>
        <pc:docMk/>
      </pc:docMkLst>
      <pc:sldChg chg="modSp">
        <pc:chgData name="Badre Mhiouah (Student at CentraleSupelec)" userId="S::badre.mhiouah@student-cs.fr::4929322e-411b-46aa-ae07-3e0bcecd389f" providerId="AD" clId="Web-{6BA3232B-051B-4FEC-8B71-82BFDFE0E7C7}" dt="2021-06-09T12:15:21.153" v="12" actId="20577"/>
        <pc:sldMkLst>
          <pc:docMk/>
          <pc:sldMk cId="2994232824" sldId="258"/>
        </pc:sldMkLst>
        <pc:spChg chg="mod">
          <ac:chgData name="Badre Mhiouah (Student at CentraleSupelec)" userId="S::badre.mhiouah@student-cs.fr::4929322e-411b-46aa-ae07-3e0bcecd389f" providerId="AD" clId="Web-{6BA3232B-051B-4FEC-8B71-82BFDFE0E7C7}" dt="2021-06-09T12:15:21.153" v="12" actId="20577"/>
          <ac:spMkLst>
            <pc:docMk/>
            <pc:sldMk cId="2994232824" sldId="258"/>
            <ac:spMk id="3" creationId="{70039452-20E4-42C4-A296-9355CCD977B1}"/>
          </ac:spMkLst>
        </pc:spChg>
      </pc:sldChg>
      <pc:sldChg chg="modSp">
        <pc:chgData name="Badre Mhiouah (Student at CentraleSupelec)" userId="S::badre.mhiouah@student-cs.fr::4929322e-411b-46aa-ae07-3e0bcecd389f" providerId="AD" clId="Web-{6BA3232B-051B-4FEC-8B71-82BFDFE0E7C7}" dt="2021-06-09T12:22:53.822" v="16" actId="20577"/>
        <pc:sldMkLst>
          <pc:docMk/>
          <pc:sldMk cId="291332544" sldId="262"/>
        </pc:sldMkLst>
        <pc:spChg chg="mod">
          <ac:chgData name="Badre Mhiouah (Student at CentraleSupelec)" userId="S::badre.mhiouah@student-cs.fr::4929322e-411b-46aa-ae07-3e0bcecd389f" providerId="AD" clId="Web-{6BA3232B-051B-4FEC-8B71-82BFDFE0E7C7}" dt="2021-06-09T12:22:53.822" v="16" actId="20577"/>
          <ac:spMkLst>
            <pc:docMk/>
            <pc:sldMk cId="291332544" sldId="262"/>
            <ac:spMk id="4" creationId="{663036BD-183C-42A9-AB07-DF9D0FD6E002}"/>
          </ac:spMkLst>
        </pc:spChg>
      </pc:sldChg>
    </pc:docChg>
  </pc:docChgLst>
  <pc:docChgLst>
    <pc:chgData name="Pierre Righenzi Hugon De Villers (Student at CentraleSupelec)" userId="S::pierre.righenzi@student-cs.fr::669ef1d6-e17c-4eda-8b61-33af48384ef6" providerId="AD" clId="Web-{FAFE3E80-CC34-4651-9F55-C00921AE890D}"/>
    <pc:docChg chg="addSld delSld modSld">
      <pc:chgData name="Pierre Righenzi Hugon De Villers (Student at CentraleSupelec)" userId="S::pierre.righenzi@student-cs.fr::669ef1d6-e17c-4eda-8b61-33af48384ef6" providerId="AD" clId="Web-{FAFE3E80-CC34-4651-9F55-C00921AE890D}" dt="2021-06-11T08:22:52.610" v="55" actId="20577"/>
      <pc:docMkLst>
        <pc:docMk/>
      </pc:docMkLst>
      <pc:sldChg chg="addSp delSp modSp new">
        <pc:chgData name="Pierre Righenzi Hugon De Villers (Student at CentraleSupelec)" userId="S::pierre.righenzi@student-cs.fr::669ef1d6-e17c-4eda-8b61-33af48384ef6" providerId="AD" clId="Web-{FAFE3E80-CC34-4651-9F55-C00921AE890D}" dt="2021-06-11T08:20:34.371" v="18"/>
        <pc:sldMkLst>
          <pc:docMk/>
          <pc:sldMk cId="1461218933" sldId="294"/>
        </pc:sldMkLst>
        <pc:spChg chg="mod">
          <ac:chgData name="Pierre Righenzi Hugon De Villers (Student at CentraleSupelec)" userId="S::pierre.righenzi@student-cs.fr::669ef1d6-e17c-4eda-8b61-33af48384ef6" providerId="AD" clId="Web-{FAFE3E80-CC34-4651-9F55-C00921AE890D}" dt="2021-06-11T08:20:34.121" v="17" actId="20577"/>
          <ac:spMkLst>
            <pc:docMk/>
            <pc:sldMk cId="1461218933" sldId="294"/>
            <ac:spMk id="2" creationId="{9563E969-17B7-4BF9-924F-E0D20C064A90}"/>
          </ac:spMkLst>
        </pc:spChg>
        <pc:spChg chg="del">
          <ac:chgData name="Pierre Righenzi Hugon De Villers (Student at CentraleSupelec)" userId="S::pierre.righenzi@student-cs.fr::669ef1d6-e17c-4eda-8b61-33af48384ef6" providerId="AD" clId="Web-{FAFE3E80-CC34-4651-9F55-C00921AE890D}" dt="2021-06-11T08:20:34.371" v="18"/>
          <ac:spMkLst>
            <pc:docMk/>
            <pc:sldMk cId="1461218933" sldId="294"/>
            <ac:spMk id="3" creationId="{E4837797-5938-4848-A820-A7AD66296DFF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FAFE3E80-CC34-4651-9F55-C00921AE890D}" dt="2021-06-11T08:20:34.371" v="18"/>
          <ac:picMkLst>
            <pc:docMk/>
            <pc:sldMk cId="1461218933" sldId="294"/>
            <ac:picMk id="5" creationId="{E64B7620-8C15-435F-AEFA-F09521205D9B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FAFE3E80-CC34-4651-9F55-C00921AE890D}" dt="2021-06-11T08:21:03.122" v="34"/>
        <pc:sldMkLst>
          <pc:docMk/>
          <pc:sldMk cId="4267235830" sldId="295"/>
        </pc:sldMkLst>
        <pc:spChg chg="mod">
          <ac:chgData name="Pierre Righenzi Hugon De Villers (Student at CentraleSupelec)" userId="S::pierre.righenzi@student-cs.fr::669ef1d6-e17c-4eda-8b61-33af48384ef6" providerId="AD" clId="Web-{FAFE3E80-CC34-4651-9F55-C00921AE890D}" dt="2021-06-11T08:21:03.013" v="33" actId="20577"/>
          <ac:spMkLst>
            <pc:docMk/>
            <pc:sldMk cId="4267235830" sldId="295"/>
            <ac:spMk id="2" creationId="{35350DFD-9F0C-40C6-9103-1AEA68A9D4BA}"/>
          </ac:spMkLst>
        </pc:spChg>
        <pc:spChg chg="del">
          <ac:chgData name="Pierre Righenzi Hugon De Villers (Student at CentraleSupelec)" userId="S::pierre.righenzi@student-cs.fr::669ef1d6-e17c-4eda-8b61-33af48384ef6" providerId="AD" clId="Web-{FAFE3E80-CC34-4651-9F55-C00921AE890D}" dt="2021-06-11T08:21:03.122" v="34"/>
          <ac:spMkLst>
            <pc:docMk/>
            <pc:sldMk cId="4267235830" sldId="295"/>
            <ac:spMk id="3" creationId="{BE841963-5268-4FEA-9112-52F16EF85FE2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FAFE3E80-CC34-4651-9F55-C00921AE890D}" dt="2021-06-11T08:21:03.122" v="34"/>
          <ac:picMkLst>
            <pc:docMk/>
            <pc:sldMk cId="4267235830" sldId="295"/>
            <ac:picMk id="5" creationId="{31C7E830-6712-43EA-B933-2A7E3FB3952C}"/>
          </ac:picMkLst>
        </pc:picChg>
      </pc:sldChg>
      <pc:sldChg chg="addSp delSp modSp add replId">
        <pc:chgData name="Pierre Righenzi Hugon De Villers (Student at CentraleSupelec)" userId="S::pierre.righenzi@student-cs.fr::669ef1d6-e17c-4eda-8b61-33af48384ef6" providerId="AD" clId="Web-{FAFE3E80-CC34-4651-9F55-C00921AE890D}" dt="2021-06-11T08:21:22.716" v="37"/>
        <pc:sldMkLst>
          <pc:docMk/>
          <pc:sldMk cId="4103074058" sldId="296"/>
        </pc:sldMkLst>
        <pc:spChg chg="add del mod">
          <ac:chgData name="Pierre Righenzi Hugon De Villers (Student at CentraleSupelec)" userId="S::pierre.righenzi@student-cs.fr::669ef1d6-e17c-4eda-8b61-33af48384ef6" providerId="AD" clId="Web-{FAFE3E80-CC34-4651-9F55-C00921AE890D}" dt="2021-06-11T08:21:22.716" v="37"/>
          <ac:spMkLst>
            <pc:docMk/>
            <pc:sldMk cId="4103074058" sldId="296"/>
            <ac:spMk id="6" creationId="{6C8968E8-7858-437A-9B03-9F089B61101C}"/>
          </ac:spMkLst>
        </pc:spChg>
        <pc:picChg chg="del">
          <ac:chgData name="Pierre Righenzi Hugon De Villers (Student at CentraleSupelec)" userId="S::pierre.righenzi@student-cs.fr::669ef1d6-e17c-4eda-8b61-33af48384ef6" providerId="AD" clId="Web-{FAFE3E80-CC34-4651-9F55-C00921AE890D}" dt="2021-06-11T08:21:10.169" v="36"/>
          <ac:picMkLst>
            <pc:docMk/>
            <pc:sldMk cId="4103074058" sldId="296"/>
            <ac:picMk id="5" creationId="{31C7E830-6712-43EA-B933-2A7E3FB3952C}"/>
          </ac:picMkLst>
        </pc:picChg>
        <pc:picChg chg="add mod ord">
          <ac:chgData name="Pierre Righenzi Hugon De Villers (Student at CentraleSupelec)" userId="S::pierre.righenzi@student-cs.fr::669ef1d6-e17c-4eda-8b61-33af48384ef6" providerId="AD" clId="Web-{FAFE3E80-CC34-4651-9F55-C00921AE890D}" dt="2021-06-11T08:21:22.716" v="37"/>
          <ac:picMkLst>
            <pc:docMk/>
            <pc:sldMk cId="4103074058" sldId="296"/>
            <ac:picMk id="7" creationId="{6FD37744-A0FA-4B18-BD2E-7A969F77A7E8}"/>
          </ac:picMkLst>
        </pc:picChg>
      </pc:sldChg>
      <pc:sldChg chg="modSp new">
        <pc:chgData name="Pierre Righenzi Hugon De Villers (Student at CentraleSupelec)" userId="S::pierre.righenzi@student-cs.fr::669ef1d6-e17c-4eda-8b61-33af48384ef6" providerId="AD" clId="Web-{FAFE3E80-CC34-4651-9F55-C00921AE890D}" dt="2021-06-11T08:22:52.610" v="55" actId="20577"/>
        <pc:sldMkLst>
          <pc:docMk/>
          <pc:sldMk cId="106970150" sldId="297"/>
        </pc:sldMkLst>
        <pc:spChg chg="mod">
          <ac:chgData name="Pierre Righenzi Hugon De Villers (Student at CentraleSupelec)" userId="S::pierre.righenzi@student-cs.fr::669ef1d6-e17c-4eda-8b61-33af48384ef6" providerId="AD" clId="Web-{FAFE3E80-CC34-4651-9F55-C00921AE890D}" dt="2021-06-11T08:22:52.610" v="55" actId="20577"/>
          <ac:spMkLst>
            <pc:docMk/>
            <pc:sldMk cId="106970150" sldId="297"/>
            <ac:spMk id="2" creationId="{F61CA3AA-4DAA-4579-839C-BE70ABFA8116}"/>
          </ac:spMkLst>
        </pc:spChg>
      </pc:sldChg>
      <pc:sldChg chg="new del">
        <pc:chgData name="Pierre Righenzi Hugon De Villers (Student at CentraleSupelec)" userId="S::pierre.righenzi@student-cs.fr::669ef1d6-e17c-4eda-8b61-33af48384ef6" providerId="AD" clId="Web-{FAFE3E80-CC34-4651-9F55-C00921AE890D}" dt="2021-06-11T08:22:28.609" v="39"/>
        <pc:sldMkLst>
          <pc:docMk/>
          <pc:sldMk cId="4025086115" sldId="297"/>
        </pc:sldMkLst>
      </pc:sldChg>
    </pc:docChg>
  </pc:docChgLst>
  <pc:docChgLst>
    <pc:chgData name="Axel Nguyen--Kerbel (Student at CentraleSupelec)" userId="S::axel.nguyen-kerbel@student-cs.fr::674f316a-a1d4-483e-9fb0-38a16ee3e229" providerId="AD" clId="Web-{3498410B-FDD7-453C-858E-A449FB985F5D}"/>
    <pc:docChg chg="addSld modSld">
      <pc:chgData name="Axel Nguyen--Kerbel (Student at CentraleSupelec)" userId="S::axel.nguyen-kerbel@student-cs.fr::674f316a-a1d4-483e-9fb0-38a16ee3e229" providerId="AD" clId="Web-{3498410B-FDD7-453C-858E-A449FB985F5D}" dt="2021-06-11T07:52:59.840" v="147" actId="20577"/>
      <pc:docMkLst>
        <pc:docMk/>
      </pc:docMkLst>
      <pc:sldChg chg="addSp delSp modSp new">
        <pc:chgData name="Axel Nguyen--Kerbel (Student at CentraleSupelec)" userId="S::axel.nguyen-kerbel@student-cs.fr::674f316a-a1d4-483e-9fb0-38a16ee3e229" providerId="AD" clId="Web-{3498410B-FDD7-453C-858E-A449FB985F5D}" dt="2021-06-11T07:25:32.647" v="3" actId="14100"/>
        <pc:sldMkLst>
          <pc:docMk/>
          <pc:sldMk cId="3799585919" sldId="279"/>
        </pc:sldMkLst>
        <pc:spChg chg="del">
          <ac:chgData name="Axel Nguyen--Kerbel (Student at CentraleSupelec)" userId="S::axel.nguyen-kerbel@student-cs.fr::674f316a-a1d4-483e-9fb0-38a16ee3e229" providerId="AD" clId="Web-{3498410B-FDD7-453C-858E-A449FB985F5D}" dt="2021-06-11T07:25:19.303" v="1"/>
          <ac:spMkLst>
            <pc:docMk/>
            <pc:sldMk cId="3799585919" sldId="279"/>
            <ac:spMk id="3" creationId="{9482210F-756D-4220-B653-AAB8DB266CD3}"/>
          </ac:spMkLst>
        </pc:spChg>
        <pc:picChg chg="add mod ord">
          <ac:chgData name="Axel Nguyen--Kerbel (Student at CentraleSupelec)" userId="S::axel.nguyen-kerbel@student-cs.fr::674f316a-a1d4-483e-9fb0-38a16ee3e229" providerId="AD" clId="Web-{3498410B-FDD7-453C-858E-A449FB985F5D}" dt="2021-06-11T07:25:32.647" v="3" actId="14100"/>
          <ac:picMkLst>
            <pc:docMk/>
            <pc:sldMk cId="3799585919" sldId="279"/>
            <ac:picMk id="5" creationId="{9C948B97-B301-41A0-A87E-11BBF4ECF8F3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3498410B-FDD7-453C-858E-A449FB985F5D}" dt="2021-06-11T07:35:43.723" v="39" actId="1076"/>
        <pc:sldMkLst>
          <pc:docMk/>
          <pc:sldMk cId="1318542745" sldId="280"/>
        </pc:sldMkLst>
        <pc:spChg chg="mod">
          <ac:chgData name="Axel Nguyen--Kerbel (Student at CentraleSupelec)" userId="S::axel.nguyen-kerbel@student-cs.fr::674f316a-a1d4-483e-9fb0-38a16ee3e229" providerId="AD" clId="Web-{3498410B-FDD7-453C-858E-A449FB985F5D}" dt="2021-06-11T07:26:11.461" v="6" actId="20577"/>
          <ac:spMkLst>
            <pc:docMk/>
            <pc:sldMk cId="1318542745" sldId="280"/>
            <ac:spMk id="2" creationId="{04293AC5-A84E-4845-9175-9312C13DABDF}"/>
          </ac:spMkLst>
        </pc:spChg>
        <pc:spChg chg="del">
          <ac:chgData name="Axel Nguyen--Kerbel (Student at CentraleSupelec)" userId="S::axel.nguyen-kerbel@student-cs.fr::674f316a-a1d4-483e-9fb0-38a16ee3e229" providerId="AD" clId="Web-{3498410B-FDD7-453C-858E-A449FB985F5D}" dt="2021-06-11T07:26:33.914" v="7"/>
          <ac:spMkLst>
            <pc:docMk/>
            <pc:sldMk cId="1318542745" sldId="280"/>
            <ac:spMk id="3" creationId="{BD26383E-C62F-4714-80B4-E22355A6B39D}"/>
          </ac:spMkLst>
        </pc:spChg>
        <pc:spChg chg="add del mod">
          <ac:chgData name="Axel Nguyen--Kerbel (Student at CentraleSupelec)" userId="S::axel.nguyen-kerbel@student-cs.fr::674f316a-a1d4-483e-9fb0-38a16ee3e229" providerId="AD" clId="Web-{3498410B-FDD7-453C-858E-A449FB985F5D}" dt="2021-06-11T07:35:27.660" v="35"/>
          <ac:spMkLst>
            <pc:docMk/>
            <pc:sldMk cId="1318542745" sldId="280"/>
            <ac:spMk id="7" creationId="{F4FD3DE7-781E-4CB4-BC3E-2FDC2E7AE56A}"/>
          </ac:spMkLst>
        </pc:spChg>
        <pc:spChg chg="add del mod">
          <ac:chgData name="Axel Nguyen--Kerbel (Student at CentraleSupelec)" userId="S::axel.nguyen-kerbel@student-cs.fr::674f316a-a1d4-483e-9fb0-38a16ee3e229" providerId="AD" clId="Web-{3498410B-FDD7-453C-858E-A449FB985F5D}" dt="2021-06-11T07:35:38.020" v="37"/>
          <ac:spMkLst>
            <pc:docMk/>
            <pc:sldMk cId="1318542745" sldId="280"/>
            <ac:spMk id="10" creationId="{804322F3-227A-4678-A719-27BBF469880D}"/>
          </ac:spMkLst>
        </pc:spChg>
        <pc:picChg chg="add del mod ord">
          <ac:chgData name="Axel Nguyen--Kerbel (Student at CentraleSupelec)" userId="S::axel.nguyen-kerbel@student-cs.fr::674f316a-a1d4-483e-9fb0-38a16ee3e229" providerId="AD" clId="Web-{3498410B-FDD7-453C-858E-A449FB985F5D}" dt="2021-06-11T07:35:26.582" v="34"/>
          <ac:picMkLst>
            <pc:docMk/>
            <pc:sldMk cId="1318542745" sldId="280"/>
            <ac:picMk id="5" creationId="{13E85100-E57E-449C-AD4A-C47F9980F7AF}"/>
          </ac:picMkLst>
        </pc:picChg>
        <pc:picChg chg="add del mod ord">
          <ac:chgData name="Axel Nguyen--Kerbel (Student at CentraleSupelec)" userId="S::axel.nguyen-kerbel@student-cs.fr::674f316a-a1d4-483e-9fb0-38a16ee3e229" providerId="AD" clId="Web-{3498410B-FDD7-453C-858E-A449FB985F5D}" dt="2021-06-11T07:35:29.801" v="36"/>
          <ac:picMkLst>
            <pc:docMk/>
            <pc:sldMk cId="1318542745" sldId="280"/>
            <ac:picMk id="8" creationId="{A1814E55-D8A2-4212-BE36-040B73DB832C}"/>
          </ac:picMkLst>
        </pc:picChg>
        <pc:picChg chg="add mod ord">
          <ac:chgData name="Axel Nguyen--Kerbel (Student at CentraleSupelec)" userId="S::axel.nguyen-kerbel@student-cs.fr::674f316a-a1d4-483e-9fb0-38a16ee3e229" providerId="AD" clId="Web-{3498410B-FDD7-453C-858E-A449FB985F5D}" dt="2021-06-11T07:35:43.723" v="39" actId="1076"/>
          <ac:picMkLst>
            <pc:docMk/>
            <pc:sldMk cId="1318542745" sldId="280"/>
            <ac:picMk id="11" creationId="{B2BDB828-E2DE-4B15-A7DD-C4CD821104A7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3498410B-FDD7-453C-858E-A449FB985F5D}" dt="2021-06-11T07:36:35.537" v="46" actId="1076"/>
        <pc:sldMkLst>
          <pc:docMk/>
          <pc:sldMk cId="1722319171" sldId="281"/>
        </pc:sldMkLst>
        <pc:spChg chg="mod">
          <ac:chgData name="Axel Nguyen--Kerbel (Student at CentraleSupelec)" userId="S::axel.nguyen-kerbel@student-cs.fr::674f316a-a1d4-483e-9fb0-38a16ee3e229" providerId="AD" clId="Web-{3498410B-FDD7-453C-858E-A449FB985F5D}" dt="2021-06-11T07:36:00.036" v="41" actId="20577"/>
          <ac:spMkLst>
            <pc:docMk/>
            <pc:sldMk cId="1722319171" sldId="281"/>
            <ac:spMk id="2" creationId="{E6F4D7CD-0197-4928-8B2C-DC8666324D28}"/>
          </ac:spMkLst>
        </pc:spChg>
        <pc:spChg chg="del">
          <ac:chgData name="Axel Nguyen--Kerbel (Student at CentraleSupelec)" userId="S::axel.nguyen-kerbel@student-cs.fr::674f316a-a1d4-483e-9fb0-38a16ee3e229" providerId="AD" clId="Web-{3498410B-FDD7-453C-858E-A449FB985F5D}" dt="2021-06-11T07:31:22.593" v="12"/>
          <ac:spMkLst>
            <pc:docMk/>
            <pc:sldMk cId="1722319171" sldId="281"/>
            <ac:spMk id="3" creationId="{90E105CB-E0A5-40E9-89CF-0CF50D3E52A6}"/>
          </ac:spMkLst>
        </pc:spChg>
        <pc:spChg chg="add del mod">
          <ac:chgData name="Axel Nguyen--Kerbel (Student at CentraleSupelec)" userId="S::axel.nguyen-kerbel@student-cs.fr::674f316a-a1d4-483e-9fb0-38a16ee3e229" providerId="AD" clId="Web-{3498410B-FDD7-453C-858E-A449FB985F5D}" dt="2021-06-11T07:36:22.052" v="42"/>
          <ac:spMkLst>
            <pc:docMk/>
            <pc:sldMk cId="1722319171" sldId="281"/>
            <ac:spMk id="7" creationId="{BB87C17F-7EB4-4D8B-9E08-7A5962252519}"/>
          </ac:spMkLst>
        </pc:spChg>
        <pc:picChg chg="add del mod ord">
          <ac:chgData name="Axel Nguyen--Kerbel (Student at CentraleSupelec)" userId="S::axel.nguyen-kerbel@student-cs.fr::674f316a-a1d4-483e-9fb0-38a16ee3e229" providerId="AD" clId="Web-{3498410B-FDD7-453C-858E-A449FB985F5D}" dt="2021-06-11T07:31:27.702" v="13"/>
          <ac:picMkLst>
            <pc:docMk/>
            <pc:sldMk cId="1722319171" sldId="281"/>
            <ac:picMk id="5" creationId="{5DDAA72D-8C59-464E-9666-94BB03BF7F3C}"/>
          </ac:picMkLst>
        </pc:picChg>
        <pc:picChg chg="add mod ord">
          <ac:chgData name="Axel Nguyen--Kerbel (Student at CentraleSupelec)" userId="S::axel.nguyen-kerbel@student-cs.fr::674f316a-a1d4-483e-9fb0-38a16ee3e229" providerId="AD" clId="Web-{3498410B-FDD7-453C-858E-A449FB985F5D}" dt="2021-06-11T07:36:35.537" v="46" actId="1076"/>
          <ac:picMkLst>
            <pc:docMk/>
            <pc:sldMk cId="1722319171" sldId="281"/>
            <ac:picMk id="8" creationId="{3BCABFFB-DFC7-45B5-A4F7-04AE14770DB4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3498410B-FDD7-453C-858E-A449FB985F5D}" dt="2021-06-11T07:52:59.840" v="147" actId="20577"/>
        <pc:sldMkLst>
          <pc:docMk/>
          <pc:sldMk cId="247611520" sldId="282"/>
        </pc:sldMkLst>
        <pc:spChg chg="mod">
          <ac:chgData name="Axel Nguyen--Kerbel (Student at CentraleSupelec)" userId="S::axel.nguyen-kerbel@student-cs.fr::674f316a-a1d4-483e-9fb0-38a16ee3e229" providerId="AD" clId="Web-{3498410B-FDD7-453C-858E-A449FB985F5D}" dt="2021-06-11T07:32:19.375" v="33" actId="20577"/>
          <ac:spMkLst>
            <pc:docMk/>
            <pc:sldMk cId="247611520" sldId="282"/>
            <ac:spMk id="2" creationId="{6FE7CD8D-F16F-4D96-8DEC-7AB8318E39A1}"/>
          </ac:spMkLst>
        </pc:spChg>
        <pc:spChg chg="del">
          <ac:chgData name="Axel Nguyen--Kerbel (Student at CentraleSupelec)" userId="S::axel.nguyen-kerbel@student-cs.fr::674f316a-a1d4-483e-9fb0-38a16ee3e229" providerId="AD" clId="Web-{3498410B-FDD7-453C-858E-A449FB985F5D}" dt="2021-06-11T07:31:35.921" v="15"/>
          <ac:spMkLst>
            <pc:docMk/>
            <pc:sldMk cId="247611520" sldId="282"/>
            <ac:spMk id="3" creationId="{C82463B8-0D70-422A-8387-E53FA4584DA9}"/>
          </ac:spMkLst>
        </pc:spChg>
        <pc:spChg chg="mod">
          <ac:chgData name="Axel Nguyen--Kerbel (Student at CentraleSupelec)" userId="S::axel.nguyen-kerbel@student-cs.fr::674f316a-a1d4-483e-9fb0-38a16ee3e229" providerId="AD" clId="Web-{3498410B-FDD7-453C-858E-A449FB985F5D}" dt="2021-06-11T07:52:59.840" v="147" actId="20577"/>
          <ac:spMkLst>
            <pc:docMk/>
            <pc:sldMk cId="247611520" sldId="282"/>
            <ac:spMk id="4" creationId="{C510B1B5-497E-44F6-BDFC-6ABF47F9F383}"/>
          </ac:spMkLst>
        </pc:spChg>
        <pc:picChg chg="add mod ord">
          <ac:chgData name="Axel Nguyen--Kerbel (Student at CentraleSupelec)" userId="S::axel.nguyen-kerbel@student-cs.fr::674f316a-a1d4-483e-9fb0-38a16ee3e229" providerId="AD" clId="Web-{3498410B-FDD7-453C-858E-A449FB985F5D}" dt="2021-06-11T07:31:53.156" v="19" actId="1076"/>
          <ac:picMkLst>
            <pc:docMk/>
            <pc:sldMk cId="247611520" sldId="282"/>
            <ac:picMk id="5" creationId="{0307598C-D7EC-4806-8608-E9A34CC2D107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3498410B-FDD7-453C-858E-A449FB985F5D}" dt="2021-06-11T07:50:55.134" v="107" actId="20577"/>
        <pc:sldMkLst>
          <pc:docMk/>
          <pc:sldMk cId="1590575270" sldId="287"/>
        </pc:sldMkLst>
        <pc:spChg chg="mod">
          <ac:chgData name="Axel Nguyen--Kerbel (Student at CentraleSupelec)" userId="S::axel.nguyen-kerbel@student-cs.fr::674f316a-a1d4-483e-9fb0-38a16ee3e229" providerId="AD" clId="Web-{3498410B-FDD7-453C-858E-A449FB985F5D}" dt="2021-06-11T07:49:09.663" v="55" actId="20577"/>
          <ac:spMkLst>
            <pc:docMk/>
            <pc:sldMk cId="1590575270" sldId="287"/>
            <ac:spMk id="2" creationId="{349DC8B1-4823-47D6-9E2F-AAFA1A876D8D}"/>
          </ac:spMkLst>
        </pc:spChg>
        <pc:spChg chg="del">
          <ac:chgData name="Axel Nguyen--Kerbel (Student at CentraleSupelec)" userId="S::axel.nguyen-kerbel@student-cs.fr::674f316a-a1d4-483e-9fb0-38a16ee3e229" providerId="AD" clId="Web-{3498410B-FDD7-453C-858E-A449FB985F5D}" dt="2021-06-11T07:48:28.756" v="48"/>
          <ac:spMkLst>
            <pc:docMk/>
            <pc:sldMk cId="1590575270" sldId="287"/>
            <ac:spMk id="3" creationId="{84863262-1E29-4AF5-8C46-16D02FE56512}"/>
          </ac:spMkLst>
        </pc:spChg>
        <pc:spChg chg="mod">
          <ac:chgData name="Axel Nguyen--Kerbel (Student at CentraleSupelec)" userId="S::axel.nguyen-kerbel@student-cs.fr::674f316a-a1d4-483e-9fb0-38a16ee3e229" providerId="AD" clId="Web-{3498410B-FDD7-453C-858E-A449FB985F5D}" dt="2021-06-11T07:50:55.134" v="107" actId="20577"/>
          <ac:spMkLst>
            <pc:docMk/>
            <pc:sldMk cId="1590575270" sldId="287"/>
            <ac:spMk id="4" creationId="{58B3F73F-2AC0-4666-963A-84DADE04DFE7}"/>
          </ac:spMkLst>
        </pc:spChg>
        <pc:picChg chg="add mod ord">
          <ac:chgData name="Axel Nguyen--Kerbel (Student at CentraleSupelec)" userId="S::axel.nguyen-kerbel@student-cs.fr::674f316a-a1d4-483e-9fb0-38a16ee3e229" providerId="AD" clId="Web-{3498410B-FDD7-453C-858E-A449FB985F5D}" dt="2021-06-11T07:48:41.741" v="52" actId="1076"/>
          <ac:picMkLst>
            <pc:docMk/>
            <pc:sldMk cId="1590575270" sldId="287"/>
            <ac:picMk id="5" creationId="{AB94F873-A0BE-4557-8250-22C0958F45FA}"/>
          </ac:picMkLst>
        </pc:picChg>
      </pc:sldChg>
    </pc:docChg>
  </pc:docChgLst>
  <pc:docChgLst>
    <pc:chgData name="Pierre Righenzi Hugon De Villers (Student at CentraleSupelec)" userId="S::pierre.righenzi@student-cs.fr::669ef1d6-e17c-4eda-8b61-33af48384ef6" providerId="AD" clId="Web-{11701942-8C06-4892-BCDA-55FB1B1D3B97}"/>
    <pc:docChg chg="addSld delSld modSld">
      <pc:chgData name="Pierre Righenzi Hugon De Villers (Student at CentraleSupelec)" userId="S::pierre.righenzi@student-cs.fr::669ef1d6-e17c-4eda-8b61-33af48384ef6" providerId="AD" clId="Web-{11701942-8C06-4892-BCDA-55FB1B1D3B97}" dt="2021-06-09T12:31:28.406" v="194"/>
      <pc:docMkLst>
        <pc:docMk/>
      </pc:docMkLst>
      <pc:sldChg chg="addSp delSp modSp">
        <pc:chgData name="Pierre Righenzi Hugon De Villers (Student at CentraleSupelec)" userId="S::pierre.righenzi@student-cs.fr::669ef1d6-e17c-4eda-8b61-33af48384ef6" providerId="AD" clId="Web-{11701942-8C06-4892-BCDA-55FB1B1D3B97}" dt="2021-06-09T12:22:45.065" v="2"/>
        <pc:sldMkLst>
          <pc:docMk/>
          <pc:sldMk cId="3784089036" sldId="256"/>
        </pc:sldMkLst>
        <pc:picChg chg="add del mod">
          <ac:chgData name="Pierre Righenzi Hugon De Villers (Student at CentraleSupelec)" userId="S::pierre.righenzi@student-cs.fr::669ef1d6-e17c-4eda-8b61-33af48384ef6" providerId="AD" clId="Web-{11701942-8C06-4892-BCDA-55FB1B1D3B97}" dt="2021-06-09T12:22:45.065" v="2"/>
          <ac:picMkLst>
            <pc:docMk/>
            <pc:sldMk cId="3784089036" sldId="256"/>
            <ac:picMk id="4" creationId="{20DE5ACD-674F-41C3-B90D-9500619E15A3}"/>
          </ac:picMkLst>
        </pc:picChg>
      </pc:sldChg>
      <pc:sldChg chg="del">
        <pc:chgData name="Pierre Righenzi Hugon De Villers (Student at CentraleSupelec)" userId="S::pierre.righenzi@student-cs.fr::669ef1d6-e17c-4eda-8b61-33af48384ef6" providerId="AD" clId="Web-{11701942-8C06-4892-BCDA-55FB1B1D3B97}" dt="2021-06-09T12:31:27.234" v="193"/>
        <pc:sldMkLst>
          <pc:docMk/>
          <pc:sldMk cId="2878248244" sldId="259"/>
        </pc:sldMkLst>
      </pc:sldChg>
      <pc:sldChg chg="del">
        <pc:chgData name="Pierre Righenzi Hugon De Villers (Student at CentraleSupelec)" userId="S::pierre.righenzi@student-cs.fr::669ef1d6-e17c-4eda-8b61-33af48384ef6" providerId="AD" clId="Web-{11701942-8C06-4892-BCDA-55FB1B1D3B97}" dt="2021-06-09T12:31:28.406" v="194"/>
        <pc:sldMkLst>
          <pc:docMk/>
          <pc:sldMk cId="2904046687" sldId="260"/>
        </pc:sldMkLst>
      </pc:sldChg>
      <pc:sldChg chg="addSp delSp modSp del">
        <pc:chgData name="Pierre Righenzi Hugon De Villers (Student at CentraleSupelec)" userId="S::pierre.righenzi@student-cs.fr::669ef1d6-e17c-4eda-8b61-33af48384ef6" providerId="AD" clId="Web-{11701942-8C06-4892-BCDA-55FB1B1D3B97}" dt="2021-06-09T12:22:50.503" v="4"/>
        <pc:sldMkLst>
          <pc:docMk/>
          <pc:sldMk cId="1105204062" sldId="263"/>
        </pc:sldMkLst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22:47.909" v="3"/>
          <ac:spMkLst>
            <pc:docMk/>
            <pc:sldMk cId="1105204062" sldId="263"/>
            <ac:spMk id="3" creationId="{A2F785BC-B7C8-4EC8-82FB-6448073261E3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22:47.909" v="3"/>
          <ac:picMkLst>
            <pc:docMk/>
            <pc:sldMk cId="1105204062" sldId="263"/>
            <ac:picMk id="5" creationId="{708E597A-A290-4C24-AD51-83F5F0C15B55}"/>
          </ac:picMkLst>
        </pc:picChg>
      </pc:sldChg>
      <pc:sldChg chg="addSp delSp modSp">
        <pc:chgData name="Pierre Righenzi Hugon De Villers (Student at CentraleSupelec)" userId="S::pierre.righenzi@student-cs.fr::669ef1d6-e17c-4eda-8b61-33af48384ef6" providerId="AD" clId="Web-{11701942-8C06-4892-BCDA-55FB1B1D3B97}" dt="2021-06-09T12:24:20.536" v="76" actId="20577"/>
        <pc:sldMkLst>
          <pc:docMk/>
          <pc:sldMk cId="1415018940" sldId="264"/>
        </pc:sldMkLst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22:53.940" v="5"/>
          <ac:spMkLst>
            <pc:docMk/>
            <pc:sldMk cId="1415018940" sldId="264"/>
            <ac:spMk id="3" creationId="{3659E95B-F475-43AF-9253-B6D0D96F3074}"/>
          </ac:spMkLst>
        </pc:spChg>
        <pc:spChg chg="mod">
          <ac:chgData name="Pierre Righenzi Hugon De Villers (Student at CentraleSupelec)" userId="S::pierre.righenzi@student-cs.fr::669ef1d6-e17c-4eda-8b61-33af48384ef6" providerId="AD" clId="Web-{11701942-8C06-4892-BCDA-55FB1B1D3B97}" dt="2021-06-09T12:24:20.536" v="76" actId="20577"/>
          <ac:spMkLst>
            <pc:docMk/>
            <pc:sldMk cId="1415018940" sldId="264"/>
            <ac:spMk id="4" creationId="{A0006E61-2787-4CEC-8835-5E2EA48D207B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23:49.614" v="18" actId="1076"/>
          <ac:picMkLst>
            <pc:docMk/>
            <pc:sldMk cId="1415018940" sldId="264"/>
            <ac:picMk id="5" creationId="{40CDDEC7-758E-45CC-8739-6E85723B3CA9}"/>
          </ac:picMkLst>
        </pc:picChg>
        <pc:picChg chg="add mod">
          <ac:chgData name="Pierre Righenzi Hugon De Villers (Student at CentraleSupelec)" userId="S::pierre.righenzi@student-cs.fr::669ef1d6-e17c-4eda-8b61-33af48384ef6" providerId="AD" clId="Web-{11701942-8C06-4892-BCDA-55FB1B1D3B97}" dt="2021-06-09T12:23:51.020" v="19" actId="1076"/>
          <ac:picMkLst>
            <pc:docMk/>
            <pc:sldMk cId="1415018940" sldId="264"/>
            <ac:picMk id="6" creationId="{0DFF0A5D-69E6-49B5-B23F-9752E96C456F}"/>
          </ac:picMkLst>
        </pc:picChg>
        <pc:picChg chg="add mod">
          <ac:chgData name="Pierre Righenzi Hugon De Villers (Student at CentraleSupelec)" userId="S::pierre.righenzi@student-cs.fr::669ef1d6-e17c-4eda-8b61-33af48384ef6" providerId="AD" clId="Web-{11701942-8C06-4892-BCDA-55FB1B1D3B97}" dt="2021-06-09T12:23:38.363" v="13" actId="1076"/>
          <ac:picMkLst>
            <pc:docMk/>
            <pc:sldMk cId="1415018940" sldId="264"/>
            <ac:picMk id="7" creationId="{34B58709-F944-489D-ADD1-844591734D00}"/>
          </ac:picMkLst>
        </pc:picChg>
        <pc:picChg chg="add mod">
          <ac:chgData name="Pierre Righenzi Hugon De Villers (Student at CentraleSupelec)" userId="S::pierre.righenzi@student-cs.fr::669ef1d6-e17c-4eda-8b61-33af48384ef6" providerId="AD" clId="Web-{11701942-8C06-4892-BCDA-55FB1B1D3B97}" dt="2021-06-09T12:23:48.504" v="17" actId="1076"/>
          <ac:picMkLst>
            <pc:docMk/>
            <pc:sldMk cId="1415018940" sldId="264"/>
            <ac:picMk id="9" creationId="{2CB1FF56-2A73-41B5-BD23-BC5E1E47015A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11701942-8C06-4892-BCDA-55FB1B1D3B97}" dt="2021-06-09T12:25:17.444" v="92" actId="14100"/>
        <pc:sldMkLst>
          <pc:docMk/>
          <pc:sldMk cId="2194019574" sldId="265"/>
        </pc:sldMkLst>
        <pc:spChg chg="mod">
          <ac:chgData name="Pierre Righenzi Hugon De Villers (Student at CentraleSupelec)" userId="S::pierre.righenzi@student-cs.fr::669ef1d6-e17c-4eda-8b61-33af48384ef6" providerId="AD" clId="Web-{11701942-8C06-4892-BCDA-55FB1B1D3B97}" dt="2021-06-09T12:25:17.444" v="92" actId="14100"/>
          <ac:spMkLst>
            <pc:docMk/>
            <pc:sldMk cId="2194019574" sldId="265"/>
            <ac:spMk id="2" creationId="{90F76724-0905-4EDB-BE75-015D0B18FFE3}"/>
          </ac:spMkLst>
        </pc:spChg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24:31.302" v="78"/>
          <ac:spMkLst>
            <pc:docMk/>
            <pc:sldMk cId="2194019574" sldId="265"/>
            <ac:spMk id="3" creationId="{8A964890-7A55-41EB-ABB9-CE6F3792D302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25:02.537" v="88" actId="1076"/>
          <ac:picMkLst>
            <pc:docMk/>
            <pc:sldMk cId="2194019574" sldId="265"/>
            <ac:picMk id="5" creationId="{4F82CE79-BC94-4C57-AEEB-D0B62EBB49DA}"/>
          </ac:picMkLst>
        </pc:picChg>
        <pc:picChg chg="add mod">
          <ac:chgData name="Pierre Righenzi Hugon De Villers (Student at CentraleSupelec)" userId="S::pierre.righenzi@student-cs.fr::669ef1d6-e17c-4eda-8b61-33af48384ef6" providerId="AD" clId="Web-{11701942-8C06-4892-BCDA-55FB1B1D3B97}" dt="2021-06-09T12:25:02.600" v="89" actId="1076"/>
          <ac:picMkLst>
            <pc:docMk/>
            <pc:sldMk cId="2194019574" sldId="265"/>
            <ac:picMk id="6" creationId="{F0635D04-4882-446A-9D62-6198614B42BF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11701942-8C06-4892-BCDA-55FB1B1D3B97}" dt="2021-06-09T12:26:38.227" v="106" actId="20577"/>
        <pc:sldMkLst>
          <pc:docMk/>
          <pc:sldMk cId="3216102751" sldId="266"/>
        </pc:sldMkLst>
        <pc:spChg chg="mod">
          <ac:chgData name="Pierre Righenzi Hugon De Villers (Student at CentraleSupelec)" userId="S::pierre.righenzi@student-cs.fr::669ef1d6-e17c-4eda-8b61-33af48384ef6" providerId="AD" clId="Web-{11701942-8C06-4892-BCDA-55FB1B1D3B97}" dt="2021-06-09T12:26:38.227" v="106" actId="20577"/>
          <ac:spMkLst>
            <pc:docMk/>
            <pc:sldMk cId="3216102751" sldId="266"/>
            <ac:spMk id="2" creationId="{DE956585-2FF8-4FDF-A19C-4BD09A3F960B}"/>
          </ac:spMkLst>
        </pc:spChg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26:25.133" v="94"/>
          <ac:spMkLst>
            <pc:docMk/>
            <pc:sldMk cId="3216102751" sldId="266"/>
            <ac:spMk id="3" creationId="{99F7EBAA-25C2-4823-A7AB-A2D1531A4FEA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26:25.133" v="94"/>
          <ac:picMkLst>
            <pc:docMk/>
            <pc:sldMk cId="3216102751" sldId="266"/>
            <ac:picMk id="5" creationId="{D5A53A95-9484-4CB9-A993-476B8AE67EAD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11701942-8C06-4892-BCDA-55FB1B1D3B97}" dt="2021-06-09T12:27:37.932" v="116" actId="20577"/>
        <pc:sldMkLst>
          <pc:docMk/>
          <pc:sldMk cId="2148655367" sldId="267"/>
        </pc:sldMkLst>
        <pc:spChg chg="mod">
          <ac:chgData name="Pierre Righenzi Hugon De Villers (Student at CentraleSupelec)" userId="S::pierre.righenzi@student-cs.fr::669ef1d6-e17c-4eda-8b61-33af48384ef6" providerId="AD" clId="Web-{11701942-8C06-4892-BCDA-55FB1B1D3B97}" dt="2021-06-09T12:27:37.932" v="116" actId="20577"/>
          <ac:spMkLst>
            <pc:docMk/>
            <pc:sldMk cId="2148655367" sldId="267"/>
            <ac:spMk id="2" creationId="{2762D369-C62E-43EB-98C9-3653D442E189}"/>
          </ac:spMkLst>
        </pc:spChg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27:22.306" v="108"/>
          <ac:spMkLst>
            <pc:docMk/>
            <pc:sldMk cId="2148655367" sldId="267"/>
            <ac:spMk id="3" creationId="{8CD48914-F671-4F3C-B863-61B50D04E86B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27:22.306" v="108"/>
          <ac:picMkLst>
            <pc:docMk/>
            <pc:sldMk cId="2148655367" sldId="267"/>
            <ac:picMk id="5" creationId="{DB19AB2C-837B-46CA-9A62-DBD5EDDFD668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11701942-8C06-4892-BCDA-55FB1B1D3B97}" dt="2021-06-09T12:28:04.214" v="136" actId="20577"/>
        <pc:sldMkLst>
          <pc:docMk/>
          <pc:sldMk cId="1403880060" sldId="268"/>
        </pc:sldMkLst>
        <pc:spChg chg="mod">
          <ac:chgData name="Pierre Righenzi Hugon De Villers (Student at CentraleSupelec)" userId="S::pierre.righenzi@student-cs.fr::669ef1d6-e17c-4eda-8b61-33af48384ef6" providerId="AD" clId="Web-{11701942-8C06-4892-BCDA-55FB1B1D3B97}" dt="2021-06-09T12:28:04.214" v="136" actId="20577"/>
          <ac:spMkLst>
            <pc:docMk/>
            <pc:sldMk cId="1403880060" sldId="268"/>
            <ac:spMk id="2" creationId="{1FE82C82-46AC-40C7-8A58-45C262D42DD2}"/>
          </ac:spMkLst>
        </pc:spChg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27:53.166" v="118"/>
          <ac:spMkLst>
            <pc:docMk/>
            <pc:sldMk cId="1403880060" sldId="268"/>
            <ac:spMk id="3" creationId="{21E4AACA-AF46-4D66-BCE3-3ED8A47F94F1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27:53.166" v="118"/>
          <ac:picMkLst>
            <pc:docMk/>
            <pc:sldMk cId="1403880060" sldId="268"/>
            <ac:picMk id="5" creationId="{BF9A4E94-B7FC-40DF-ADCF-D073E39E05C2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11701942-8C06-4892-BCDA-55FB1B1D3B97}" dt="2021-06-09T12:28:35.199" v="151" actId="20577"/>
        <pc:sldMkLst>
          <pc:docMk/>
          <pc:sldMk cId="3638175859" sldId="269"/>
        </pc:sldMkLst>
        <pc:spChg chg="mod">
          <ac:chgData name="Pierre Righenzi Hugon De Villers (Student at CentraleSupelec)" userId="S::pierre.righenzi@student-cs.fr::669ef1d6-e17c-4eda-8b61-33af48384ef6" providerId="AD" clId="Web-{11701942-8C06-4892-BCDA-55FB1B1D3B97}" dt="2021-06-09T12:28:35.199" v="151" actId="20577"/>
          <ac:spMkLst>
            <pc:docMk/>
            <pc:sldMk cId="3638175859" sldId="269"/>
            <ac:spMk id="2" creationId="{3C5FB5C1-3519-498B-8F3D-C0AFC4C64E52}"/>
          </ac:spMkLst>
        </pc:spChg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28:21.964" v="138"/>
          <ac:spMkLst>
            <pc:docMk/>
            <pc:sldMk cId="3638175859" sldId="269"/>
            <ac:spMk id="3" creationId="{E2BD1D4C-7C9E-42A7-BFA5-0EF705979D8D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28:21.964" v="138"/>
          <ac:picMkLst>
            <pc:docMk/>
            <pc:sldMk cId="3638175859" sldId="269"/>
            <ac:picMk id="5" creationId="{7B01BB94-0FA7-49EE-AE67-60F536C20F46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11701942-8C06-4892-BCDA-55FB1B1D3B97}" dt="2021-06-09T12:30:58.108" v="172" actId="14100"/>
        <pc:sldMkLst>
          <pc:docMk/>
          <pc:sldMk cId="3027743169" sldId="270"/>
        </pc:sldMkLst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30:07.201" v="153"/>
          <ac:spMkLst>
            <pc:docMk/>
            <pc:sldMk cId="3027743169" sldId="270"/>
            <ac:spMk id="3" creationId="{387114EA-43E8-4176-BC6A-F9A445A6D3D8}"/>
          </ac:spMkLst>
        </pc:spChg>
        <pc:spChg chg="add">
          <ac:chgData name="Pierre Righenzi Hugon De Villers (Student at CentraleSupelec)" userId="S::pierre.righenzi@student-cs.fr::669ef1d6-e17c-4eda-8b61-33af48384ef6" providerId="AD" clId="Web-{11701942-8C06-4892-BCDA-55FB1B1D3B97}" dt="2021-06-09T12:30:50.514" v="169"/>
          <ac:spMkLst>
            <pc:docMk/>
            <pc:sldMk cId="3027743169" sldId="270"/>
            <ac:spMk id="8" creationId="{2AF204AE-6CA0-4386-85D0-38D18C647570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30:22.139" v="157" actId="1076"/>
          <ac:picMkLst>
            <pc:docMk/>
            <pc:sldMk cId="3027743169" sldId="270"/>
            <ac:picMk id="5" creationId="{3BE6F374-4C1D-4674-874F-E18B5EFCE64D}"/>
          </ac:picMkLst>
        </pc:picChg>
        <pc:picChg chg="add mod">
          <ac:chgData name="Pierre Righenzi Hugon De Villers (Student at CentraleSupelec)" userId="S::pierre.righenzi@student-cs.fr::669ef1d6-e17c-4eda-8b61-33af48384ef6" providerId="AD" clId="Web-{11701942-8C06-4892-BCDA-55FB1B1D3B97}" dt="2021-06-09T12:30:58.108" v="172" actId="14100"/>
          <ac:picMkLst>
            <pc:docMk/>
            <pc:sldMk cId="3027743169" sldId="270"/>
            <ac:picMk id="6" creationId="{0684DF3B-423D-4AB6-BDC8-A1380BFB7D77}"/>
          </ac:picMkLst>
        </pc:picChg>
        <pc:picChg chg="add mod">
          <ac:chgData name="Pierre Righenzi Hugon De Villers (Student at CentraleSupelec)" userId="S::pierre.righenzi@student-cs.fr::669ef1d6-e17c-4eda-8b61-33af48384ef6" providerId="AD" clId="Web-{11701942-8C06-4892-BCDA-55FB1B1D3B97}" dt="2021-06-09T12:30:52.514" v="170" actId="1076"/>
          <ac:picMkLst>
            <pc:docMk/>
            <pc:sldMk cId="3027743169" sldId="270"/>
            <ac:picMk id="7" creationId="{09D42A8B-AAEB-4DB4-ACFF-3F5937BCACD3}"/>
          </ac:picMkLst>
        </pc:picChg>
      </pc:sldChg>
      <pc:sldChg chg="addSp delSp modSp new">
        <pc:chgData name="Pierre Righenzi Hugon De Villers (Student at CentraleSupelec)" userId="S::pierre.righenzi@student-cs.fr::669ef1d6-e17c-4eda-8b61-33af48384ef6" providerId="AD" clId="Web-{11701942-8C06-4892-BCDA-55FB1B1D3B97}" dt="2021-06-09T12:31:26.562" v="192" actId="20577"/>
        <pc:sldMkLst>
          <pc:docMk/>
          <pc:sldMk cId="662844247" sldId="271"/>
        </pc:sldMkLst>
        <pc:spChg chg="mod">
          <ac:chgData name="Pierre Righenzi Hugon De Villers (Student at CentraleSupelec)" userId="S::pierre.righenzi@student-cs.fr::669ef1d6-e17c-4eda-8b61-33af48384ef6" providerId="AD" clId="Web-{11701942-8C06-4892-BCDA-55FB1B1D3B97}" dt="2021-06-09T12:31:26.562" v="192" actId="20577"/>
          <ac:spMkLst>
            <pc:docMk/>
            <pc:sldMk cId="662844247" sldId="271"/>
            <ac:spMk id="2" creationId="{EEAED1FC-FE6A-4543-9269-FA10CEB26998}"/>
          </ac:spMkLst>
        </pc:spChg>
        <pc:spChg chg="del">
          <ac:chgData name="Pierre Righenzi Hugon De Villers (Student at CentraleSupelec)" userId="S::pierre.righenzi@student-cs.fr::669ef1d6-e17c-4eda-8b61-33af48384ef6" providerId="AD" clId="Web-{11701942-8C06-4892-BCDA-55FB1B1D3B97}" dt="2021-06-09T12:31:13.827" v="174"/>
          <ac:spMkLst>
            <pc:docMk/>
            <pc:sldMk cId="662844247" sldId="271"/>
            <ac:spMk id="3" creationId="{17E7CA74-1FFB-4C15-B3E9-D8B7CF152A87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11701942-8C06-4892-BCDA-55FB1B1D3B97}" dt="2021-06-09T12:31:13.827" v="174"/>
          <ac:picMkLst>
            <pc:docMk/>
            <pc:sldMk cId="662844247" sldId="271"/>
            <ac:picMk id="5" creationId="{55F1C25A-ABC5-4CEA-9806-3589C177899C}"/>
          </ac:picMkLst>
        </pc:picChg>
      </pc:sldChg>
    </pc:docChg>
  </pc:docChgLst>
  <pc:docChgLst>
    <pc:chgData name="Badre Mhiouah (Student at CentraleSupelec)" userId="S::badre.mhiouah@student-cs.fr::4929322e-411b-46aa-ae07-3e0bcecd389f" providerId="AD" clId="Web-{125FD5B0-7995-415A-BBB4-EF87E0367B49}"/>
    <pc:docChg chg="addSld delSld modSld">
      <pc:chgData name="Badre Mhiouah (Student at CentraleSupelec)" userId="S::badre.mhiouah@student-cs.fr::4929322e-411b-46aa-ae07-3e0bcecd389f" providerId="AD" clId="Web-{125FD5B0-7995-415A-BBB4-EF87E0367B49}" dt="2021-06-11T08:42:31.914" v="549"/>
      <pc:docMkLst>
        <pc:docMk/>
      </pc:docMkLst>
      <pc:sldChg chg="new del">
        <pc:chgData name="Badre Mhiouah (Student at CentraleSupelec)" userId="S::badre.mhiouah@student-cs.fr::4929322e-411b-46aa-ae07-3e0bcecd389f" providerId="AD" clId="Web-{125FD5B0-7995-415A-BBB4-EF87E0367B49}" dt="2021-06-11T07:36:58.130" v="2"/>
        <pc:sldMkLst>
          <pc:docMk/>
          <pc:sldMk cId="1286321083" sldId="283"/>
        </pc:sldMkLst>
      </pc:sldChg>
      <pc:sldChg chg="addSp delSp modSp add replId">
        <pc:chgData name="Badre Mhiouah (Student at CentraleSupelec)" userId="S::badre.mhiouah@student-cs.fr::4929322e-411b-46aa-ae07-3e0bcecd389f" providerId="AD" clId="Web-{125FD5B0-7995-415A-BBB4-EF87E0367B49}" dt="2021-06-11T08:40:54.460" v="535" actId="1076"/>
        <pc:sldMkLst>
          <pc:docMk/>
          <pc:sldMk cId="2651455449" sldId="284"/>
        </pc:sldMkLst>
        <pc:spChg chg="mod">
          <ac:chgData name="Badre Mhiouah (Student at CentraleSupelec)" userId="S::badre.mhiouah@student-cs.fr::4929322e-411b-46aa-ae07-3e0bcecd389f" providerId="AD" clId="Web-{125FD5B0-7995-415A-BBB4-EF87E0367B49}" dt="2021-06-11T07:37:30.802" v="26" actId="20577"/>
          <ac:spMkLst>
            <pc:docMk/>
            <pc:sldMk cId="2651455449" sldId="284"/>
            <ac:spMk id="2" creationId="{E6F4D7CD-0197-4928-8B2C-DC8666324D28}"/>
          </ac:spMkLst>
        </pc:spChg>
        <pc:spChg chg="add mod">
          <ac:chgData name="Badre Mhiouah (Student at CentraleSupelec)" userId="S::badre.mhiouah@student-cs.fr::4929322e-411b-46aa-ae07-3e0bcecd389f" providerId="AD" clId="Web-{125FD5B0-7995-415A-BBB4-EF87E0367B49}" dt="2021-06-11T08:40:27.803" v="534" actId="20577"/>
          <ac:spMkLst>
            <pc:docMk/>
            <pc:sldMk cId="2651455449" sldId="284"/>
            <ac:spMk id="5" creationId="{83FF3846-D760-4F63-85C3-482DF085BCB0}"/>
          </ac:spMkLst>
        </pc:spChg>
        <pc:spChg chg="add mod">
          <ac:chgData name="Badre Mhiouah (Student at CentraleSupelec)" userId="S::badre.mhiouah@student-cs.fr::4929322e-411b-46aa-ae07-3e0bcecd389f" providerId="AD" clId="Web-{125FD5B0-7995-415A-BBB4-EF87E0367B49}" dt="2021-06-11T08:40:54.460" v="535" actId="1076"/>
          <ac:spMkLst>
            <pc:docMk/>
            <pc:sldMk cId="2651455449" sldId="284"/>
            <ac:spMk id="6" creationId="{1C3A546B-0DD5-4D2A-9EB9-4C8B1859E7FE}"/>
          </ac:spMkLst>
        </pc:spChg>
        <pc:picChg chg="del">
          <ac:chgData name="Badre Mhiouah (Student at CentraleSupelec)" userId="S::badre.mhiouah@student-cs.fr::4929322e-411b-46aa-ae07-3e0bcecd389f" providerId="AD" clId="Web-{125FD5B0-7995-415A-BBB4-EF87E0367B49}" dt="2021-06-11T07:37:01.114" v="3"/>
          <ac:picMkLst>
            <pc:docMk/>
            <pc:sldMk cId="2651455449" sldId="284"/>
            <ac:picMk id="8" creationId="{3BCABFFB-DFC7-45B5-A4F7-04AE14770DB4}"/>
          </ac:picMkLst>
        </pc:picChg>
      </pc:sldChg>
      <pc:sldChg chg="addSp delSp modSp add replId">
        <pc:chgData name="Badre Mhiouah (Student at CentraleSupelec)" userId="S::badre.mhiouah@student-cs.fr::4929322e-411b-46aa-ae07-3e0bcecd389f" providerId="AD" clId="Web-{125FD5B0-7995-415A-BBB4-EF87E0367B49}" dt="2021-06-11T08:34:54.096" v="485" actId="20577"/>
        <pc:sldMkLst>
          <pc:docMk/>
          <pc:sldMk cId="2758394281" sldId="289"/>
        </pc:sldMkLst>
        <pc:spChg chg="mod">
          <ac:chgData name="Badre Mhiouah (Student at CentraleSupelec)" userId="S::badre.mhiouah@student-cs.fr::4929322e-411b-46aa-ae07-3e0bcecd389f" providerId="AD" clId="Web-{125FD5B0-7995-415A-BBB4-EF87E0367B49}" dt="2021-06-11T08:34:54.096" v="485" actId="20577"/>
          <ac:spMkLst>
            <pc:docMk/>
            <pc:sldMk cId="2758394281" sldId="289"/>
            <ac:spMk id="5" creationId="{83FF3846-D760-4F63-85C3-482DF085BCB0}"/>
          </ac:spMkLst>
        </pc:spChg>
        <pc:spChg chg="add del">
          <ac:chgData name="Badre Mhiouah (Student at CentraleSupelec)" userId="S::badre.mhiouah@student-cs.fr::4929322e-411b-46aa-ae07-3e0bcecd389f" providerId="AD" clId="Web-{125FD5B0-7995-415A-BBB4-EF87E0367B49}" dt="2021-06-11T08:02:41.790" v="206"/>
          <ac:spMkLst>
            <pc:docMk/>
            <pc:sldMk cId="2758394281" sldId="289"/>
            <ac:spMk id="6" creationId="{1C3A546B-0DD5-4D2A-9EB9-4C8B1859E7FE}"/>
          </ac:spMkLst>
        </pc:spChg>
      </pc:sldChg>
      <pc:sldChg chg="addSp delSp modSp new mod setBg addAnim delAnim">
        <pc:chgData name="Badre Mhiouah (Student at CentraleSupelec)" userId="S::badre.mhiouah@student-cs.fr::4929322e-411b-46aa-ae07-3e0bcecd389f" providerId="AD" clId="Web-{125FD5B0-7995-415A-BBB4-EF87E0367B49}" dt="2021-06-11T08:42:31.914" v="549"/>
        <pc:sldMkLst>
          <pc:docMk/>
          <pc:sldMk cId="2345886673" sldId="298"/>
        </pc:sldMkLst>
        <pc:spChg chg="mod">
          <ac:chgData name="Badre Mhiouah (Student at CentraleSupelec)" userId="S::badre.mhiouah@student-cs.fr::4929322e-411b-46aa-ae07-3e0bcecd389f" providerId="AD" clId="Web-{125FD5B0-7995-415A-BBB4-EF87E0367B49}" dt="2021-06-11T08:42:31.898" v="548"/>
          <ac:spMkLst>
            <pc:docMk/>
            <pc:sldMk cId="2345886673" sldId="298"/>
            <ac:spMk id="2" creationId="{874C5B93-FF61-41D3-895D-AF0792BD12AD}"/>
          </ac:spMkLst>
        </pc:spChg>
        <pc:spChg chg="add">
          <ac:chgData name="Badre Mhiouah (Student at CentraleSupelec)" userId="S::badre.mhiouah@student-cs.fr::4929322e-411b-46aa-ae07-3e0bcecd389f" providerId="AD" clId="Web-{125FD5B0-7995-415A-BBB4-EF87E0367B49}" dt="2021-06-11T08:42:31.898" v="548"/>
          <ac:spMkLst>
            <pc:docMk/>
            <pc:sldMk cId="2345886673" sldId="298"/>
            <ac:spMk id="4" creationId="{7520F84D-966A-41CD-B818-16BF32EF1E9D}"/>
          </ac:spMkLst>
        </pc:spChg>
        <pc:spChg chg="add">
          <ac:chgData name="Badre Mhiouah (Student at CentraleSupelec)" userId="S::badre.mhiouah@student-cs.fr::4929322e-411b-46aa-ae07-3e0bcecd389f" providerId="AD" clId="Web-{125FD5B0-7995-415A-BBB4-EF87E0367B49}" dt="2021-06-11T08:42:31.898" v="548"/>
          <ac:spMkLst>
            <pc:docMk/>
            <pc:sldMk cId="2345886673" sldId="298"/>
            <ac:spMk id="5" creationId="{57510D23-E323-4577-A8EA-12C6C6019BA1}"/>
          </ac:spMkLst>
        </pc:spChg>
        <pc:spChg chg="add">
          <ac:chgData name="Badre Mhiouah (Student at CentraleSupelec)" userId="S::badre.mhiouah@student-cs.fr::4929322e-411b-46aa-ae07-3e0bcecd389f" providerId="AD" clId="Web-{125FD5B0-7995-415A-BBB4-EF87E0367B49}" dt="2021-06-11T08:42:31.898" v="548"/>
          <ac:spMkLst>
            <pc:docMk/>
            <pc:sldMk cId="2345886673" sldId="298"/>
            <ac:spMk id="6" creationId="{AB4FFECA-0832-4FE3-B587-054A0F2D8054}"/>
          </ac:spMkLst>
        </pc:spChg>
        <pc:spChg chg="add del">
          <ac:chgData name="Badre Mhiouah (Student at CentraleSupelec)" userId="S::badre.mhiouah@student-cs.fr::4929322e-411b-46aa-ae07-3e0bcecd389f" providerId="AD" clId="Web-{125FD5B0-7995-415A-BBB4-EF87E0367B49}" dt="2021-06-11T08:42:31.883" v="547"/>
          <ac:spMkLst>
            <pc:docMk/>
            <pc:sldMk cId="2345886673" sldId="298"/>
            <ac:spMk id="7" creationId="{7520F84D-966A-41CD-B818-16BF32EF1E9D}"/>
          </ac:spMkLst>
        </pc:spChg>
        <pc:spChg chg="add">
          <ac:chgData name="Badre Mhiouah (Student at CentraleSupelec)" userId="S::badre.mhiouah@student-cs.fr::4929322e-411b-46aa-ae07-3e0bcecd389f" providerId="AD" clId="Web-{125FD5B0-7995-415A-BBB4-EF87E0367B49}" dt="2021-06-11T08:42:31.898" v="548"/>
          <ac:spMkLst>
            <pc:docMk/>
            <pc:sldMk cId="2345886673" sldId="298"/>
            <ac:spMk id="8" creationId="{C65858E6-5C0F-4AAE-A1AC-29BA07FFEE5C}"/>
          </ac:spMkLst>
        </pc:spChg>
        <pc:spChg chg="add del">
          <ac:chgData name="Badre Mhiouah (Student at CentraleSupelec)" userId="S::badre.mhiouah@student-cs.fr::4929322e-411b-46aa-ae07-3e0bcecd389f" providerId="AD" clId="Web-{125FD5B0-7995-415A-BBB4-EF87E0367B49}" dt="2021-06-11T08:42:31.883" v="547"/>
          <ac:spMkLst>
            <pc:docMk/>
            <pc:sldMk cId="2345886673" sldId="298"/>
            <ac:spMk id="9" creationId="{57510D23-E323-4577-A8EA-12C6C6019BA1}"/>
          </ac:spMkLst>
        </pc:spChg>
        <pc:spChg chg="add del">
          <ac:chgData name="Badre Mhiouah (Student at CentraleSupelec)" userId="S::badre.mhiouah@student-cs.fr::4929322e-411b-46aa-ae07-3e0bcecd389f" providerId="AD" clId="Web-{125FD5B0-7995-415A-BBB4-EF87E0367B49}" dt="2021-06-11T08:42:31.883" v="547"/>
          <ac:spMkLst>
            <pc:docMk/>
            <pc:sldMk cId="2345886673" sldId="298"/>
            <ac:spMk id="11" creationId="{73AECD97-688D-4AE7-9838-6166202007E2}"/>
          </ac:spMkLst>
        </pc:spChg>
        <pc:spChg chg="add del">
          <ac:chgData name="Badre Mhiouah (Student at CentraleSupelec)" userId="S::badre.mhiouah@student-cs.fr::4929322e-411b-46aa-ae07-3e0bcecd389f" providerId="AD" clId="Web-{125FD5B0-7995-415A-BBB4-EF87E0367B49}" dt="2021-06-11T08:42:31.883" v="547"/>
          <ac:spMkLst>
            <pc:docMk/>
            <pc:sldMk cId="2345886673" sldId="298"/>
            <ac:spMk id="13" creationId="{0047FB3A-C0F9-4DD9-A4E0-B203F96AA292}"/>
          </ac:spMkLst>
        </pc:spChg>
        <pc:spChg chg="add del">
          <ac:chgData name="Badre Mhiouah (Student at CentraleSupelec)" userId="S::badre.mhiouah@student-cs.fr::4929322e-411b-46aa-ae07-3e0bcecd389f" providerId="AD" clId="Web-{125FD5B0-7995-415A-BBB4-EF87E0367B49}" dt="2021-06-11T08:42:31.883" v="547"/>
          <ac:spMkLst>
            <pc:docMk/>
            <pc:sldMk cId="2345886673" sldId="298"/>
            <ac:spMk id="15" creationId="{E5FCFD1D-1E9C-4E30-A7D3-F7C247FDC608}"/>
          </ac:spMkLst>
        </pc:spChg>
      </pc:sldChg>
    </pc:docChg>
  </pc:docChgLst>
  <pc:docChgLst>
    <pc:chgData name="Axel Nguyen--Kerbel (Student at CentraleSupelec)" userId="S::axel.nguyen-kerbel@student-cs.fr::674f316a-a1d4-483e-9fb0-38a16ee3e229" providerId="AD" clId="Web-{C8261E39-32A3-47D4-8101-AE04019740F0}"/>
    <pc:docChg chg="addSld">
      <pc:chgData name="Axel Nguyen--Kerbel (Student at CentraleSupelec)" userId="S::axel.nguyen-kerbel@student-cs.fr::674f316a-a1d4-483e-9fb0-38a16ee3e229" providerId="AD" clId="Web-{C8261E39-32A3-47D4-8101-AE04019740F0}" dt="2021-06-11T08:09:19.027" v="0"/>
      <pc:docMkLst>
        <pc:docMk/>
      </pc:docMkLst>
      <pc:sldChg chg="new">
        <pc:chgData name="Axel Nguyen--Kerbel (Student at CentraleSupelec)" userId="S::axel.nguyen-kerbel@student-cs.fr::674f316a-a1d4-483e-9fb0-38a16ee3e229" providerId="AD" clId="Web-{C8261E39-32A3-47D4-8101-AE04019740F0}" dt="2021-06-11T08:09:19.027" v="0"/>
        <pc:sldMkLst>
          <pc:docMk/>
          <pc:sldMk cId="3698305921" sldId="291"/>
        </pc:sldMkLst>
      </pc:sldChg>
    </pc:docChg>
  </pc:docChgLst>
  <pc:docChgLst>
    <pc:chgData name="Pierre Righenzi Hugon De Villers (Student at CentraleSupelec)" userId="S::pierre.righenzi@student-cs.fr::669ef1d6-e17c-4eda-8b61-33af48384ef6" providerId="AD" clId="Web-{E593F274-8DB4-4E96-AA99-609AD0BCB665}"/>
    <pc:docChg chg="addSld modSld">
      <pc:chgData name="Pierre Righenzi Hugon De Villers (Student at CentraleSupelec)" userId="S::pierre.righenzi@student-cs.fr::669ef1d6-e17c-4eda-8b61-33af48384ef6" providerId="AD" clId="Web-{E593F274-8DB4-4E96-AA99-609AD0BCB665}" dt="2021-06-09T11:35:01.994" v="36" actId="20577"/>
      <pc:docMkLst>
        <pc:docMk/>
      </pc:docMkLst>
      <pc:sldChg chg="modSp">
        <pc:chgData name="Pierre Righenzi Hugon De Villers (Student at CentraleSupelec)" userId="S::pierre.righenzi@student-cs.fr::669ef1d6-e17c-4eda-8b61-33af48384ef6" providerId="AD" clId="Web-{E593F274-8DB4-4E96-AA99-609AD0BCB665}" dt="2021-06-09T11:34:32.367" v="2" actId="20577"/>
        <pc:sldMkLst>
          <pc:docMk/>
          <pc:sldMk cId="2069148536" sldId="257"/>
        </pc:sldMkLst>
        <pc:spChg chg="mod">
          <ac:chgData name="Pierre Righenzi Hugon De Villers (Student at CentraleSupelec)" userId="S::pierre.righenzi@student-cs.fr::669ef1d6-e17c-4eda-8b61-33af48384ef6" providerId="AD" clId="Web-{E593F274-8DB4-4E96-AA99-609AD0BCB665}" dt="2021-06-09T11:34:29.429" v="0" actId="20577"/>
          <ac:spMkLst>
            <pc:docMk/>
            <pc:sldMk cId="2069148536" sldId="257"/>
            <ac:spMk id="2" creationId="{FED55CD8-824E-4195-8FD1-B6E547D30CD7}"/>
          </ac:spMkLst>
        </pc:spChg>
        <pc:spChg chg="mod">
          <ac:chgData name="Pierre Righenzi Hugon De Villers (Student at CentraleSupelec)" userId="S::pierre.righenzi@student-cs.fr::669ef1d6-e17c-4eda-8b61-33af48384ef6" providerId="AD" clId="Web-{E593F274-8DB4-4E96-AA99-609AD0BCB665}" dt="2021-06-09T11:34:32.367" v="2" actId="20577"/>
          <ac:spMkLst>
            <pc:docMk/>
            <pc:sldMk cId="2069148536" sldId="257"/>
            <ac:spMk id="3" creationId="{F4DCDA56-DAFA-4C2A-B333-B4403EC9C72F}"/>
          </ac:spMkLst>
        </pc:spChg>
      </pc:sldChg>
      <pc:sldChg chg="modSp new">
        <pc:chgData name="Pierre Righenzi Hugon De Villers (Student at CentraleSupelec)" userId="S::pierre.righenzi@student-cs.fr::669ef1d6-e17c-4eda-8b61-33af48384ef6" providerId="AD" clId="Web-{E593F274-8DB4-4E96-AA99-609AD0BCB665}" dt="2021-06-09T11:34:44.274" v="15" actId="20577"/>
        <pc:sldMkLst>
          <pc:docMk/>
          <pc:sldMk cId="2994232824" sldId="258"/>
        </pc:sldMkLst>
        <pc:spChg chg="mod">
          <ac:chgData name="Pierre Righenzi Hugon De Villers (Student at CentraleSupelec)" userId="S::pierre.righenzi@student-cs.fr::669ef1d6-e17c-4eda-8b61-33af48384ef6" providerId="AD" clId="Web-{E593F274-8DB4-4E96-AA99-609AD0BCB665}" dt="2021-06-09T11:34:44.274" v="15" actId="20577"/>
          <ac:spMkLst>
            <pc:docMk/>
            <pc:sldMk cId="2994232824" sldId="258"/>
            <ac:spMk id="2" creationId="{39A9F249-67C1-4A3C-AF10-25EF08AFCD54}"/>
          </ac:spMkLst>
        </pc:spChg>
      </pc:sldChg>
      <pc:sldChg chg="modSp new">
        <pc:chgData name="Pierre Righenzi Hugon De Villers (Student at CentraleSupelec)" userId="S::pierre.righenzi@student-cs.fr::669ef1d6-e17c-4eda-8b61-33af48384ef6" providerId="AD" clId="Web-{E593F274-8DB4-4E96-AA99-609AD0BCB665}" dt="2021-06-09T11:34:53.384" v="31" actId="20577"/>
        <pc:sldMkLst>
          <pc:docMk/>
          <pc:sldMk cId="2878248244" sldId="259"/>
        </pc:sldMkLst>
        <pc:spChg chg="mod">
          <ac:chgData name="Pierre Righenzi Hugon De Villers (Student at CentraleSupelec)" userId="S::pierre.righenzi@student-cs.fr::669ef1d6-e17c-4eda-8b61-33af48384ef6" providerId="AD" clId="Web-{E593F274-8DB4-4E96-AA99-609AD0BCB665}" dt="2021-06-09T11:34:53.384" v="31" actId="20577"/>
          <ac:spMkLst>
            <pc:docMk/>
            <pc:sldMk cId="2878248244" sldId="259"/>
            <ac:spMk id="2" creationId="{21981E51-9029-4C41-BB98-7DB0C1CFD70B}"/>
          </ac:spMkLst>
        </pc:spChg>
      </pc:sldChg>
      <pc:sldChg chg="modSp new">
        <pc:chgData name="Pierre Righenzi Hugon De Villers (Student at CentraleSupelec)" userId="S::pierre.righenzi@student-cs.fr::669ef1d6-e17c-4eda-8b61-33af48384ef6" providerId="AD" clId="Web-{E593F274-8DB4-4E96-AA99-609AD0BCB665}" dt="2021-06-09T11:35:01.994" v="36" actId="20577"/>
        <pc:sldMkLst>
          <pc:docMk/>
          <pc:sldMk cId="2904046687" sldId="260"/>
        </pc:sldMkLst>
        <pc:spChg chg="mod">
          <ac:chgData name="Pierre Righenzi Hugon De Villers (Student at CentraleSupelec)" userId="S::pierre.righenzi@student-cs.fr::669ef1d6-e17c-4eda-8b61-33af48384ef6" providerId="AD" clId="Web-{E593F274-8DB4-4E96-AA99-609AD0BCB665}" dt="2021-06-09T11:35:01.994" v="36" actId="20577"/>
          <ac:spMkLst>
            <pc:docMk/>
            <pc:sldMk cId="2904046687" sldId="260"/>
            <ac:spMk id="2" creationId="{A98617EB-352B-4C05-9F20-601AEE878B3E}"/>
          </ac:spMkLst>
        </pc:spChg>
      </pc:sldChg>
    </pc:docChg>
  </pc:docChgLst>
  <pc:docChgLst>
    <pc:chgData name="Pierre Righenzi Hugon De Villers (Student at CentraleSupelec)" userId="S::pierre.righenzi@student-cs.fr::669ef1d6-e17c-4eda-8b61-33af48384ef6" providerId="AD" clId="Web-{95630F0C-93D8-4962-BA48-C43A8A48EDBA}"/>
    <pc:docChg chg="modSld sldOrd">
      <pc:chgData name="Pierre Righenzi Hugon De Villers (Student at CentraleSupelec)" userId="S::pierre.righenzi@student-cs.fr::669ef1d6-e17c-4eda-8b61-33af48384ef6" providerId="AD" clId="Web-{95630F0C-93D8-4962-BA48-C43A8A48EDBA}" dt="2021-06-11T08:58:42.490" v="9" actId="20577"/>
      <pc:docMkLst>
        <pc:docMk/>
      </pc:docMkLst>
      <pc:sldChg chg="modSp">
        <pc:chgData name="Pierre Righenzi Hugon De Villers (Student at CentraleSupelec)" userId="S::pierre.righenzi@student-cs.fr::669ef1d6-e17c-4eda-8b61-33af48384ef6" providerId="AD" clId="Web-{95630F0C-93D8-4962-BA48-C43A8A48EDBA}" dt="2021-06-11T08:58:42.490" v="9" actId="20577"/>
        <pc:sldMkLst>
          <pc:docMk/>
          <pc:sldMk cId="662844247" sldId="271"/>
        </pc:sldMkLst>
        <pc:spChg chg="mod">
          <ac:chgData name="Pierre Righenzi Hugon De Villers (Student at CentraleSupelec)" userId="S::pierre.righenzi@student-cs.fr::669ef1d6-e17c-4eda-8b61-33af48384ef6" providerId="AD" clId="Web-{95630F0C-93D8-4962-BA48-C43A8A48EDBA}" dt="2021-06-11T08:58:42.490" v="9" actId="20577"/>
          <ac:spMkLst>
            <pc:docMk/>
            <pc:sldMk cId="662844247" sldId="271"/>
            <ac:spMk id="2" creationId="{EEAED1FC-FE6A-4543-9269-FA10CEB26998}"/>
          </ac:spMkLst>
        </pc:spChg>
      </pc:sldChg>
      <pc:sldChg chg="ord">
        <pc:chgData name="Pierre Righenzi Hugon De Villers (Student at CentraleSupelec)" userId="S::pierre.righenzi@student-cs.fr::669ef1d6-e17c-4eda-8b61-33af48384ef6" providerId="AD" clId="Web-{95630F0C-93D8-4962-BA48-C43A8A48EDBA}" dt="2021-06-11T08:57:47.520" v="0"/>
        <pc:sldMkLst>
          <pc:docMk/>
          <pc:sldMk cId="562791396" sldId="276"/>
        </pc:sldMkLst>
      </pc:sldChg>
      <pc:sldChg chg="ord">
        <pc:chgData name="Pierre Righenzi Hugon De Villers (Student at CentraleSupelec)" userId="S::pierre.righenzi@student-cs.fr::669ef1d6-e17c-4eda-8b61-33af48384ef6" providerId="AD" clId="Web-{95630F0C-93D8-4962-BA48-C43A8A48EDBA}" dt="2021-06-11T08:57:52.192" v="1"/>
        <pc:sldMkLst>
          <pc:docMk/>
          <pc:sldMk cId="106970150" sldId="297"/>
        </pc:sldMkLst>
      </pc:sldChg>
    </pc:docChg>
  </pc:docChgLst>
  <pc:docChgLst>
    <pc:chgData name="Axel Nguyen--Kerbel (Student at CentraleSupelec)" userId="S::axel.nguyen-kerbel@student-cs.fr::674f316a-a1d4-483e-9fb0-38a16ee3e229" providerId="AD" clId="Web-{BB3B10E3-0DC6-401C-9695-6D5FFACBBFB7}"/>
    <pc:docChg chg="addSld delSld modSld">
      <pc:chgData name="Axel Nguyen--Kerbel (Student at CentraleSupelec)" userId="S::axel.nguyen-kerbel@student-cs.fr::674f316a-a1d4-483e-9fb0-38a16ee3e229" providerId="AD" clId="Web-{BB3B10E3-0DC6-401C-9695-6D5FFACBBFB7}" dt="2021-06-09T12:43:04.046" v="33" actId="1076"/>
      <pc:docMkLst>
        <pc:docMk/>
      </pc:docMkLst>
      <pc:sldChg chg="modSp new del">
        <pc:chgData name="Axel Nguyen--Kerbel (Student at CentraleSupelec)" userId="S::axel.nguyen-kerbel@student-cs.fr::674f316a-a1d4-483e-9fb0-38a16ee3e229" providerId="AD" clId="Web-{BB3B10E3-0DC6-401C-9695-6D5FFACBBFB7}" dt="2021-06-09T12:35:06.300" v="6"/>
        <pc:sldMkLst>
          <pc:docMk/>
          <pc:sldMk cId="1353133327" sldId="272"/>
        </pc:sldMkLst>
        <pc:spChg chg="mod">
          <ac:chgData name="Axel Nguyen--Kerbel (Student at CentraleSupelec)" userId="S::axel.nguyen-kerbel@student-cs.fr::674f316a-a1d4-483e-9fb0-38a16ee3e229" providerId="AD" clId="Web-{BB3B10E3-0DC6-401C-9695-6D5FFACBBFB7}" dt="2021-06-09T12:33:12.828" v="5" actId="20577"/>
          <ac:spMkLst>
            <pc:docMk/>
            <pc:sldMk cId="1353133327" sldId="272"/>
            <ac:spMk id="3" creationId="{D523E4B2-FDEE-4663-B055-5E56ED6C160D}"/>
          </ac:spMkLst>
        </pc:spChg>
      </pc:sldChg>
      <pc:sldChg chg="addSp delSp modSp new">
        <pc:chgData name="Axel Nguyen--Kerbel (Student at CentraleSupelec)" userId="S::axel.nguyen-kerbel@student-cs.fr::674f316a-a1d4-483e-9fb0-38a16ee3e229" providerId="AD" clId="Web-{BB3B10E3-0DC6-401C-9695-6D5FFACBBFB7}" dt="2021-06-09T12:37:13.444" v="17" actId="1076"/>
        <pc:sldMkLst>
          <pc:docMk/>
          <pc:sldMk cId="3131511418" sldId="272"/>
        </pc:sldMkLst>
        <pc:spChg chg="del">
          <ac:chgData name="Axel Nguyen--Kerbel (Student at CentraleSupelec)" userId="S::axel.nguyen-kerbel@student-cs.fr::674f316a-a1d4-483e-9fb0-38a16ee3e229" providerId="AD" clId="Web-{BB3B10E3-0DC6-401C-9695-6D5FFACBBFB7}" dt="2021-06-09T12:36:47.865" v="8"/>
          <ac:spMkLst>
            <pc:docMk/>
            <pc:sldMk cId="3131511418" sldId="272"/>
            <ac:spMk id="3" creationId="{DFA1FACF-2960-4671-843F-127A0F0917AA}"/>
          </ac:spMkLst>
        </pc:spChg>
        <pc:picChg chg="add mod ord">
          <ac:chgData name="Axel Nguyen--Kerbel (Student at CentraleSupelec)" userId="S::axel.nguyen-kerbel@student-cs.fr::674f316a-a1d4-483e-9fb0-38a16ee3e229" providerId="AD" clId="Web-{BB3B10E3-0DC6-401C-9695-6D5FFACBBFB7}" dt="2021-06-09T12:37:13.444" v="17" actId="1076"/>
          <ac:picMkLst>
            <pc:docMk/>
            <pc:sldMk cId="3131511418" sldId="272"/>
            <ac:picMk id="5" creationId="{CC17911A-DAE7-4C94-A5FD-7A004143CF12}"/>
          </ac:picMkLst>
        </pc:picChg>
        <pc:picChg chg="add del mod">
          <ac:chgData name="Axel Nguyen--Kerbel (Student at CentraleSupelec)" userId="S::axel.nguyen-kerbel@student-cs.fr::674f316a-a1d4-483e-9fb0-38a16ee3e229" providerId="AD" clId="Web-{BB3B10E3-0DC6-401C-9695-6D5FFACBBFB7}" dt="2021-06-09T12:36:55.053" v="12"/>
          <ac:picMkLst>
            <pc:docMk/>
            <pc:sldMk cId="3131511418" sldId="272"/>
            <ac:picMk id="6" creationId="{E4AC7C21-E872-481D-8545-55660BA102B5}"/>
          </ac:picMkLst>
        </pc:picChg>
        <pc:picChg chg="add del mod">
          <ac:chgData name="Axel Nguyen--Kerbel (Student at CentraleSupelec)" userId="S::axel.nguyen-kerbel@student-cs.fr::674f316a-a1d4-483e-9fb0-38a16ee3e229" providerId="AD" clId="Web-{BB3B10E3-0DC6-401C-9695-6D5FFACBBFB7}" dt="2021-06-09T12:36:51.912" v="11"/>
          <ac:picMkLst>
            <pc:docMk/>
            <pc:sldMk cId="3131511418" sldId="272"/>
            <ac:picMk id="7" creationId="{0ADB1D17-0A80-42DE-A144-E0597922941A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BB3B10E3-0DC6-401C-9695-6D5FFACBBFB7}" dt="2021-06-09T12:39:02.962" v="25" actId="14100"/>
        <pc:sldMkLst>
          <pc:docMk/>
          <pc:sldMk cId="714683474" sldId="273"/>
        </pc:sldMkLst>
        <pc:spChg chg="del">
          <ac:chgData name="Axel Nguyen--Kerbel (Student at CentraleSupelec)" userId="S::axel.nguyen-kerbel@student-cs.fr::674f316a-a1d4-483e-9fb0-38a16ee3e229" providerId="AD" clId="Web-{BB3B10E3-0DC6-401C-9695-6D5FFACBBFB7}" dt="2021-06-09T12:38:28.321" v="19"/>
          <ac:spMkLst>
            <pc:docMk/>
            <pc:sldMk cId="714683474" sldId="273"/>
            <ac:spMk id="3" creationId="{88EB7B7D-3CAC-45CD-B070-427B7151E8B6}"/>
          </ac:spMkLst>
        </pc:spChg>
        <pc:picChg chg="add mod ord">
          <ac:chgData name="Axel Nguyen--Kerbel (Student at CentraleSupelec)" userId="S::axel.nguyen-kerbel@student-cs.fr::674f316a-a1d4-483e-9fb0-38a16ee3e229" providerId="AD" clId="Web-{BB3B10E3-0DC6-401C-9695-6D5FFACBBFB7}" dt="2021-06-09T12:39:02.962" v="25" actId="14100"/>
          <ac:picMkLst>
            <pc:docMk/>
            <pc:sldMk cId="714683474" sldId="273"/>
            <ac:picMk id="5" creationId="{29AB1E9F-3251-482A-910B-43BDE4F3256D}"/>
          </ac:picMkLst>
        </pc:picChg>
      </pc:sldChg>
      <pc:sldChg chg="addSp delSp modSp new">
        <pc:chgData name="Axel Nguyen--Kerbel (Student at CentraleSupelec)" userId="S::axel.nguyen-kerbel@student-cs.fr::674f316a-a1d4-483e-9fb0-38a16ee3e229" providerId="AD" clId="Web-{BB3B10E3-0DC6-401C-9695-6D5FFACBBFB7}" dt="2021-06-09T12:43:04.046" v="33" actId="1076"/>
        <pc:sldMkLst>
          <pc:docMk/>
          <pc:sldMk cId="642679777" sldId="274"/>
        </pc:sldMkLst>
        <pc:spChg chg="del">
          <ac:chgData name="Axel Nguyen--Kerbel (Student at CentraleSupelec)" userId="S::axel.nguyen-kerbel@student-cs.fr::674f316a-a1d4-483e-9fb0-38a16ee3e229" providerId="AD" clId="Web-{BB3B10E3-0DC6-401C-9695-6D5FFACBBFB7}" dt="2021-06-09T12:42:15.373" v="27"/>
          <ac:spMkLst>
            <pc:docMk/>
            <pc:sldMk cId="642679777" sldId="274"/>
            <ac:spMk id="3" creationId="{E6A5C3D1-E73E-4F12-9FDD-D02FAFD7ED59}"/>
          </ac:spMkLst>
        </pc:spChg>
        <pc:picChg chg="add mod ord">
          <ac:chgData name="Axel Nguyen--Kerbel (Student at CentraleSupelec)" userId="S::axel.nguyen-kerbel@student-cs.fr::674f316a-a1d4-483e-9fb0-38a16ee3e229" providerId="AD" clId="Web-{BB3B10E3-0DC6-401C-9695-6D5FFACBBFB7}" dt="2021-06-09T12:43:04.046" v="33" actId="1076"/>
          <ac:picMkLst>
            <pc:docMk/>
            <pc:sldMk cId="642679777" sldId="274"/>
            <ac:picMk id="5" creationId="{D9A92612-1F0A-4C84-86DA-7330B6C2A235}"/>
          </ac:picMkLst>
        </pc:picChg>
      </pc:sldChg>
    </pc:docChg>
  </pc:docChgLst>
  <pc:docChgLst>
    <pc:chgData name="Pierre Righenzi Hugon De Villers (Student at CentraleSupelec)" userId="S::pierre.righenzi@student-cs.fr::669ef1d6-e17c-4eda-8b61-33af48384ef6" providerId="AD" clId="Web-{20A788E4-5AC9-448C-84C2-F6BA141508ED}"/>
    <pc:docChg chg="modSld">
      <pc:chgData name="Pierre Righenzi Hugon De Villers (Student at CentraleSupelec)" userId="S::pierre.righenzi@student-cs.fr::669ef1d6-e17c-4eda-8b61-33af48384ef6" providerId="AD" clId="Web-{20A788E4-5AC9-448C-84C2-F6BA141508ED}" dt="2021-06-11T08:44:21.121" v="39" actId="20577"/>
      <pc:docMkLst>
        <pc:docMk/>
      </pc:docMkLst>
      <pc:sldChg chg="addSp delSp modSp">
        <pc:chgData name="Pierre Righenzi Hugon De Villers (Student at CentraleSupelec)" userId="S::pierre.righenzi@student-cs.fr::669ef1d6-e17c-4eda-8b61-33af48384ef6" providerId="AD" clId="Web-{20A788E4-5AC9-448C-84C2-F6BA141508ED}" dt="2021-06-11T08:44:21.121" v="39" actId="20577"/>
        <pc:sldMkLst>
          <pc:docMk/>
          <pc:sldMk cId="106970150" sldId="297"/>
        </pc:sldMkLst>
        <pc:spChg chg="del">
          <ac:chgData name="Pierre Righenzi Hugon De Villers (Student at CentraleSupelec)" userId="S::pierre.righenzi@student-cs.fr::669ef1d6-e17c-4eda-8b61-33af48384ef6" providerId="AD" clId="Web-{20A788E4-5AC9-448C-84C2-F6BA141508ED}" dt="2021-06-11T08:41:59.743" v="0"/>
          <ac:spMkLst>
            <pc:docMk/>
            <pc:sldMk cId="106970150" sldId="297"/>
            <ac:spMk id="3" creationId="{60AC4F8D-2AB1-43CB-9AC9-E911F9B965AB}"/>
          </ac:spMkLst>
        </pc:spChg>
        <pc:spChg chg="mod">
          <ac:chgData name="Pierre Righenzi Hugon De Villers (Student at CentraleSupelec)" userId="S::pierre.righenzi@student-cs.fr::669ef1d6-e17c-4eda-8b61-33af48384ef6" providerId="AD" clId="Web-{20A788E4-5AC9-448C-84C2-F6BA141508ED}" dt="2021-06-11T08:44:21.121" v="39" actId="20577"/>
          <ac:spMkLst>
            <pc:docMk/>
            <pc:sldMk cId="106970150" sldId="297"/>
            <ac:spMk id="4" creationId="{7330A8D1-652D-426A-AEC4-6910F7D834E2}"/>
          </ac:spMkLst>
        </pc:spChg>
        <pc:picChg chg="add mod ord">
          <ac:chgData name="Pierre Righenzi Hugon De Villers (Student at CentraleSupelec)" userId="S::pierre.righenzi@student-cs.fr::669ef1d6-e17c-4eda-8b61-33af48384ef6" providerId="AD" clId="Web-{20A788E4-5AC9-448C-84C2-F6BA141508ED}" dt="2021-06-11T08:41:59.743" v="0"/>
          <ac:picMkLst>
            <pc:docMk/>
            <pc:sldMk cId="106970150" sldId="297"/>
            <ac:picMk id="5" creationId="{C8108D77-2B68-453C-BB74-6190B43E29C4}"/>
          </ac:picMkLst>
        </pc:picChg>
      </pc:sldChg>
    </pc:docChg>
  </pc:docChgLst>
  <pc:docChgLst>
    <pc:chgData name="Axel Nguyen--Kerbel (Student at CentraleSupelec)" userId="S::axel.nguyen-kerbel@student-cs.fr::674f316a-a1d4-483e-9fb0-38a16ee3e229" providerId="AD" clId="Web-{600A8145-F689-4D59-800D-1CF43B45B45C}"/>
    <pc:docChg chg="modSld">
      <pc:chgData name="Axel Nguyen--Kerbel (Student at CentraleSupelec)" userId="S::axel.nguyen-kerbel@student-cs.fr::674f316a-a1d4-483e-9fb0-38a16ee3e229" providerId="AD" clId="Web-{600A8145-F689-4D59-800D-1CF43B45B45C}" dt="2021-06-09T12:56:48.893" v="17" actId="20577"/>
      <pc:docMkLst>
        <pc:docMk/>
      </pc:docMkLst>
      <pc:sldChg chg="modSp">
        <pc:chgData name="Axel Nguyen--Kerbel (Student at CentraleSupelec)" userId="S::axel.nguyen-kerbel@student-cs.fr::674f316a-a1d4-483e-9fb0-38a16ee3e229" providerId="AD" clId="Web-{600A8145-F689-4D59-800D-1CF43B45B45C}" dt="2021-06-09T12:44:09.110" v="5" actId="20577"/>
        <pc:sldMkLst>
          <pc:docMk/>
          <pc:sldMk cId="1415018940" sldId="264"/>
        </pc:sldMkLst>
        <pc:spChg chg="mod">
          <ac:chgData name="Axel Nguyen--Kerbel (Student at CentraleSupelec)" userId="S::axel.nguyen-kerbel@student-cs.fr::674f316a-a1d4-483e-9fb0-38a16ee3e229" providerId="AD" clId="Web-{600A8145-F689-4D59-800D-1CF43B45B45C}" dt="2021-06-09T12:44:09.110" v="5" actId="20577"/>
          <ac:spMkLst>
            <pc:docMk/>
            <pc:sldMk cId="1415018940" sldId="264"/>
            <ac:spMk id="4" creationId="{A0006E61-2787-4CEC-8835-5E2EA48D207B}"/>
          </ac:spMkLst>
        </pc:spChg>
      </pc:sldChg>
      <pc:sldChg chg="modSp">
        <pc:chgData name="Axel Nguyen--Kerbel (Student at CentraleSupelec)" userId="S::axel.nguyen-kerbel@student-cs.fr::674f316a-a1d4-483e-9fb0-38a16ee3e229" providerId="AD" clId="Web-{600A8145-F689-4D59-800D-1CF43B45B45C}" dt="2021-06-09T12:44:36.361" v="8" actId="20577"/>
        <pc:sldMkLst>
          <pc:docMk/>
          <pc:sldMk cId="2194019574" sldId="265"/>
        </pc:sldMkLst>
        <pc:spChg chg="mod">
          <ac:chgData name="Axel Nguyen--Kerbel (Student at CentraleSupelec)" userId="S::axel.nguyen-kerbel@student-cs.fr::674f316a-a1d4-483e-9fb0-38a16ee3e229" providerId="AD" clId="Web-{600A8145-F689-4D59-800D-1CF43B45B45C}" dt="2021-06-09T12:44:36.361" v="8" actId="20577"/>
          <ac:spMkLst>
            <pc:docMk/>
            <pc:sldMk cId="2194019574" sldId="265"/>
            <ac:spMk id="2" creationId="{90F76724-0905-4EDB-BE75-015D0B18FFE3}"/>
          </ac:spMkLst>
        </pc:spChg>
      </pc:sldChg>
      <pc:sldChg chg="addSp delSp modSp">
        <pc:chgData name="Axel Nguyen--Kerbel (Student at CentraleSupelec)" userId="S::axel.nguyen-kerbel@student-cs.fr::674f316a-a1d4-483e-9fb0-38a16ee3e229" providerId="AD" clId="Web-{600A8145-F689-4D59-800D-1CF43B45B45C}" dt="2021-06-09T12:46:23.910" v="16"/>
        <pc:sldMkLst>
          <pc:docMk/>
          <pc:sldMk cId="3027743169" sldId="270"/>
        </pc:sldMkLst>
        <pc:spChg chg="add del mod">
          <ac:chgData name="Axel Nguyen--Kerbel (Student at CentraleSupelec)" userId="S::axel.nguyen-kerbel@student-cs.fr::674f316a-a1d4-483e-9fb0-38a16ee3e229" providerId="AD" clId="Web-{600A8145-F689-4D59-800D-1CF43B45B45C}" dt="2021-06-09T12:46:23.910" v="16"/>
          <ac:spMkLst>
            <pc:docMk/>
            <pc:sldMk cId="3027743169" sldId="270"/>
            <ac:spMk id="3" creationId="{61CB98DE-688D-46EC-9646-71B531323256}"/>
          </ac:spMkLst>
        </pc:spChg>
        <pc:spChg chg="del">
          <ac:chgData name="Axel Nguyen--Kerbel (Student at CentraleSupelec)" userId="S::axel.nguyen-kerbel@student-cs.fr::674f316a-a1d4-483e-9fb0-38a16ee3e229" providerId="AD" clId="Web-{600A8145-F689-4D59-800D-1CF43B45B45C}" dt="2021-06-09T12:45:55.347" v="9"/>
          <ac:spMkLst>
            <pc:docMk/>
            <pc:sldMk cId="3027743169" sldId="270"/>
            <ac:spMk id="8" creationId="{2AF204AE-6CA0-4386-85D0-38D18C647570}"/>
          </ac:spMkLst>
        </pc:spChg>
        <pc:picChg chg="mod">
          <ac:chgData name="Axel Nguyen--Kerbel (Student at CentraleSupelec)" userId="S::axel.nguyen-kerbel@student-cs.fr::674f316a-a1d4-483e-9fb0-38a16ee3e229" providerId="AD" clId="Web-{600A8145-F689-4D59-800D-1CF43B45B45C}" dt="2021-06-09T12:46:15.441" v="13" actId="1076"/>
          <ac:picMkLst>
            <pc:docMk/>
            <pc:sldMk cId="3027743169" sldId="270"/>
            <ac:picMk id="6" creationId="{0684DF3B-423D-4AB6-BDC8-A1380BFB7D77}"/>
          </ac:picMkLst>
        </pc:picChg>
      </pc:sldChg>
      <pc:sldChg chg="modSp">
        <pc:chgData name="Axel Nguyen--Kerbel (Student at CentraleSupelec)" userId="S::axel.nguyen-kerbel@student-cs.fr::674f316a-a1d4-483e-9fb0-38a16ee3e229" providerId="AD" clId="Web-{600A8145-F689-4D59-800D-1CF43B45B45C}" dt="2021-06-09T12:56:48.893" v="17" actId="20577"/>
        <pc:sldMkLst>
          <pc:docMk/>
          <pc:sldMk cId="3881678658" sldId="277"/>
        </pc:sldMkLst>
        <pc:spChg chg="mod">
          <ac:chgData name="Axel Nguyen--Kerbel (Student at CentraleSupelec)" userId="S::axel.nguyen-kerbel@student-cs.fr::674f316a-a1d4-483e-9fb0-38a16ee3e229" providerId="AD" clId="Web-{600A8145-F689-4D59-800D-1CF43B45B45C}" dt="2021-06-09T12:56:48.893" v="17" actId="20577"/>
          <ac:spMkLst>
            <pc:docMk/>
            <pc:sldMk cId="3881678658" sldId="277"/>
            <ac:spMk id="3" creationId="{65F8063C-B68D-4B02-B3A9-F042EB0E098B}"/>
          </ac:spMkLst>
        </pc:spChg>
      </pc:sldChg>
    </pc:docChg>
  </pc:docChgLst>
  <pc:docChgLst>
    <pc:chgData name="Badre Mhiouah (Student at CentraleSupelec)" userId="S::badre.mhiouah@student-cs.fr::4929322e-411b-46aa-ae07-3e0bcecd389f" providerId="AD" clId="Web-{DC29D46C-201C-42CF-98F3-CDEC7657E6BB}"/>
    <pc:docChg chg="addSld delSld modSld">
      <pc:chgData name="Badre Mhiouah (Student at CentraleSupelec)" userId="S::badre.mhiouah@student-cs.fr::4929322e-411b-46aa-ae07-3e0bcecd389f" providerId="AD" clId="Web-{DC29D46C-201C-42CF-98F3-CDEC7657E6BB}" dt="2021-06-09T12:56:48.152" v="201"/>
      <pc:docMkLst>
        <pc:docMk/>
      </pc:docMkLst>
      <pc:sldChg chg="addSp modSp mod setBg">
        <pc:chgData name="Badre Mhiouah (Student at CentraleSupelec)" userId="S::badre.mhiouah@student-cs.fr::4929322e-411b-46aa-ae07-3e0bcecd389f" providerId="AD" clId="Web-{DC29D46C-201C-42CF-98F3-CDEC7657E6BB}" dt="2021-06-09T12:44:45.805" v="0"/>
        <pc:sldMkLst>
          <pc:docMk/>
          <pc:sldMk cId="2994232824" sldId="258"/>
        </pc:sldMkLst>
        <pc:spChg chg="mod">
          <ac:chgData name="Badre Mhiouah (Student at CentraleSupelec)" userId="S::badre.mhiouah@student-cs.fr::4929322e-411b-46aa-ae07-3e0bcecd389f" providerId="AD" clId="Web-{DC29D46C-201C-42CF-98F3-CDEC7657E6BB}" dt="2021-06-09T12:44:45.805" v="0"/>
          <ac:spMkLst>
            <pc:docMk/>
            <pc:sldMk cId="2994232824" sldId="258"/>
            <ac:spMk id="2" creationId="{39A9F249-67C1-4A3C-AF10-25EF08AFCD54}"/>
          </ac:spMkLst>
        </pc:spChg>
        <pc:spChg chg="mod">
          <ac:chgData name="Badre Mhiouah (Student at CentraleSupelec)" userId="S::badre.mhiouah@student-cs.fr::4929322e-411b-46aa-ae07-3e0bcecd389f" providerId="AD" clId="Web-{DC29D46C-201C-42CF-98F3-CDEC7657E6BB}" dt="2021-06-09T12:44:45.805" v="0"/>
          <ac:spMkLst>
            <pc:docMk/>
            <pc:sldMk cId="2994232824" sldId="258"/>
            <ac:spMk id="3" creationId="{70039452-20E4-42C4-A296-9355CCD977B1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4:45.805" v="0"/>
          <ac:spMkLst>
            <pc:docMk/>
            <pc:sldMk cId="2994232824" sldId="258"/>
            <ac:spMk id="8" creationId="{06F0F283-C8B6-4598-89C9-C404C98A5715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4:45.805" v="0"/>
          <ac:spMkLst>
            <pc:docMk/>
            <pc:sldMk cId="2994232824" sldId="258"/>
            <ac:spMk id="10" creationId="{E473B0C0-761B-443F-97A0-9D6E01FBB751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4:45.805" v="0"/>
          <ac:spMkLst>
            <pc:docMk/>
            <pc:sldMk cId="2994232824" sldId="258"/>
            <ac:spMk id="12" creationId="{E3B475C6-1445-41C7-9360-49FD7C1C1E7A}"/>
          </ac:spMkLst>
        </pc:spChg>
      </pc:sldChg>
      <pc:sldChg chg="addSp delSp modSp new mod setBg">
        <pc:chgData name="Badre Mhiouah (Student at CentraleSupelec)" userId="S::badre.mhiouah@student-cs.fr::4929322e-411b-46aa-ae07-3e0bcecd389f" providerId="AD" clId="Web-{DC29D46C-201C-42CF-98F3-CDEC7657E6BB}" dt="2021-06-09T12:47:18.687" v="53"/>
        <pc:sldMkLst>
          <pc:docMk/>
          <pc:sldMk cId="1806529584" sldId="275"/>
        </pc:sldMkLst>
        <pc:spChg chg="mod">
          <ac:chgData name="Badre Mhiouah (Student at CentraleSupelec)" userId="S::badre.mhiouah@student-cs.fr::4929322e-411b-46aa-ae07-3e0bcecd389f" providerId="AD" clId="Web-{DC29D46C-201C-42CF-98F3-CDEC7657E6BB}" dt="2021-06-09T12:47:18.687" v="53"/>
          <ac:spMkLst>
            <pc:docMk/>
            <pc:sldMk cId="1806529584" sldId="275"/>
            <ac:spMk id="2" creationId="{6EB95553-F05B-4059-847B-0B4FA51E3D62}"/>
          </ac:spMkLst>
        </pc:spChg>
        <pc:spChg chg="del">
          <ac:chgData name="Badre Mhiouah (Student at CentraleSupelec)" userId="S::badre.mhiouah@student-cs.fr::4929322e-411b-46aa-ae07-3e0bcecd389f" providerId="AD" clId="Web-{DC29D46C-201C-42CF-98F3-CDEC7657E6BB}" dt="2021-06-09T12:45:59.308" v="2"/>
          <ac:spMkLst>
            <pc:docMk/>
            <pc:sldMk cId="1806529584" sldId="275"/>
            <ac:spMk id="3" creationId="{C2751FCD-D2D1-46C6-A589-A83356EFF76F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7:18.687" v="53"/>
          <ac:spMkLst>
            <pc:docMk/>
            <pc:sldMk cId="1806529584" sldId="275"/>
            <ac:spMk id="7" creationId="{7520F84D-966A-41CD-B818-16BF32EF1E9D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7:18.687" v="53"/>
          <ac:spMkLst>
            <pc:docMk/>
            <pc:sldMk cId="1806529584" sldId="275"/>
            <ac:spMk id="9" creationId="{57510D23-E323-4577-A8EA-12C6C6019BA1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7:18.687" v="53"/>
          <ac:spMkLst>
            <pc:docMk/>
            <pc:sldMk cId="1806529584" sldId="275"/>
            <ac:spMk id="11" creationId="{8A25BF79-9ED2-4290-8C48-1AB107B674E3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7:18.687" v="53"/>
          <ac:spMkLst>
            <pc:docMk/>
            <pc:sldMk cId="1806529584" sldId="275"/>
            <ac:spMk id="13" creationId="{68A549F5-BF47-4351-BA22-B59919984479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47:18.687" v="53"/>
          <ac:spMkLst>
            <pc:docMk/>
            <pc:sldMk cId="1806529584" sldId="275"/>
            <ac:spMk id="15" creationId="{C467EAEF-38A1-4DBE-A2A7-C4288EC25645}"/>
          </ac:spMkLst>
        </pc:spChg>
      </pc:sldChg>
      <pc:sldChg chg="addSp modSp new mod setBg">
        <pc:chgData name="Badre Mhiouah (Student at CentraleSupelec)" userId="S::badre.mhiouah@student-cs.fr::4929322e-411b-46aa-ae07-3e0bcecd389f" providerId="AD" clId="Web-{DC29D46C-201C-42CF-98F3-CDEC7657E6BB}" dt="2021-06-09T12:52:26.124" v="139"/>
        <pc:sldMkLst>
          <pc:docMk/>
          <pc:sldMk cId="562791396" sldId="276"/>
        </pc:sldMkLst>
        <pc:spChg chg="mod">
          <ac:chgData name="Badre Mhiouah (Student at CentraleSupelec)" userId="S::badre.mhiouah@student-cs.fr::4929322e-411b-46aa-ae07-3e0bcecd389f" providerId="AD" clId="Web-{DC29D46C-201C-42CF-98F3-CDEC7657E6BB}" dt="2021-06-09T12:52:26.124" v="139"/>
          <ac:spMkLst>
            <pc:docMk/>
            <pc:sldMk cId="562791396" sldId="276"/>
            <ac:spMk id="2" creationId="{C1129502-2372-4957-9D61-3DEB9104397F}"/>
          </ac:spMkLst>
        </pc:spChg>
        <pc:spChg chg="mod">
          <ac:chgData name="Badre Mhiouah (Student at CentraleSupelec)" userId="S::badre.mhiouah@student-cs.fr::4929322e-411b-46aa-ae07-3e0bcecd389f" providerId="AD" clId="Web-{DC29D46C-201C-42CF-98F3-CDEC7657E6BB}" dt="2021-06-09T12:52:26.124" v="139"/>
          <ac:spMkLst>
            <pc:docMk/>
            <pc:sldMk cId="562791396" sldId="276"/>
            <ac:spMk id="3" creationId="{B5545081-A7CD-4B21-88F6-6E7294774E41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52:26.124" v="139"/>
          <ac:spMkLst>
            <pc:docMk/>
            <pc:sldMk cId="562791396" sldId="276"/>
            <ac:spMk id="8" creationId="{A98AD482-27A4-454E-8A3A-84F73CBDA7E4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52:26.124" v="139"/>
          <ac:spMkLst>
            <pc:docMk/>
            <pc:sldMk cId="562791396" sldId="276"/>
            <ac:spMk id="10" creationId="{322422E2-F15A-43AE-98F1-7210710B0EB8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52:26.124" v="139"/>
          <ac:spMkLst>
            <pc:docMk/>
            <pc:sldMk cId="562791396" sldId="276"/>
            <ac:spMk id="12" creationId="{BDC8164B-5FC0-4CBD-B7AE-0CB8780FFCB3}"/>
          </ac:spMkLst>
        </pc:spChg>
      </pc:sldChg>
      <pc:sldChg chg="modSp new del">
        <pc:chgData name="Badre Mhiouah (Student at CentraleSupelec)" userId="S::badre.mhiouah@student-cs.fr::4929322e-411b-46aa-ae07-3e0bcecd389f" providerId="AD" clId="Web-{DC29D46C-201C-42CF-98F3-CDEC7657E6BB}" dt="2021-06-09T12:49:30.256" v="64"/>
        <pc:sldMkLst>
          <pc:docMk/>
          <pc:sldMk cId="3645436978" sldId="276"/>
        </pc:sldMkLst>
        <pc:spChg chg="mod">
          <ac:chgData name="Badre Mhiouah (Student at CentraleSupelec)" userId="S::badre.mhiouah@student-cs.fr::4929322e-411b-46aa-ae07-3e0bcecd389f" providerId="AD" clId="Web-{DC29D46C-201C-42CF-98F3-CDEC7657E6BB}" dt="2021-06-09T12:49:20.990" v="63" actId="20577"/>
          <ac:spMkLst>
            <pc:docMk/>
            <pc:sldMk cId="3645436978" sldId="276"/>
            <ac:spMk id="2" creationId="{8C62AF89-E355-4959-A3CA-BE6900FBF710}"/>
          </ac:spMkLst>
        </pc:spChg>
      </pc:sldChg>
      <pc:sldChg chg="addSp modSp new mod setBg">
        <pc:chgData name="Badre Mhiouah (Student at CentraleSupelec)" userId="S::badre.mhiouah@student-cs.fr::4929322e-411b-46aa-ae07-3e0bcecd389f" providerId="AD" clId="Web-{DC29D46C-201C-42CF-98F3-CDEC7657E6BB}" dt="2021-06-09T12:56:48.152" v="201"/>
        <pc:sldMkLst>
          <pc:docMk/>
          <pc:sldMk cId="3881678658" sldId="277"/>
        </pc:sldMkLst>
        <pc:spChg chg="mod">
          <ac:chgData name="Badre Mhiouah (Student at CentraleSupelec)" userId="S::badre.mhiouah@student-cs.fr::4929322e-411b-46aa-ae07-3e0bcecd389f" providerId="AD" clId="Web-{DC29D46C-201C-42CF-98F3-CDEC7657E6BB}" dt="2021-06-09T12:56:48.152" v="201"/>
          <ac:spMkLst>
            <pc:docMk/>
            <pc:sldMk cId="3881678658" sldId="277"/>
            <ac:spMk id="2" creationId="{673096FA-6D38-4281-88E6-C341948BAE1D}"/>
          </ac:spMkLst>
        </pc:spChg>
        <pc:spChg chg="mod">
          <ac:chgData name="Badre Mhiouah (Student at CentraleSupelec)" userId="S::badre.mhiouah@student-cs.fr::4929322e-411b-46aa-ae07-3e0bcecd389f" providerId="AD" clId="Web-{DC29D46C-201C-42CF-98F3-CDEC7657E6BB}" dt="2021-06-09T12:56:48.152" v="201"/>
          <ac:spMkLst>
            <pc:docMk/>
            <pc:sldMk cId="3881678658" sldId="277"/>
            <ac:spMk id="3" creationId="{65F8063C-B68D-4B02-B3A9-F042EB0E098B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56:48.152" v="201"/>
          <ac:spMkLst>
            <pc:docMk/>
            <pc:sldMk cId="3881678658" sldId="277"/>
            <ac:spMk id="8" creationId="{A98AD482-27A4-454E-8A3A-84F73CBDA7E4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56:48.152" v="201"/>
          <ac:spMkLst>
            <pc:docMk/>
            <pc:sldMk cId="3881678658" sldId="277"/>
            <ac:spMk id="10" creationId="{322422E2-F15A-43AE-98F1-7210710B0EB8}"/>
          </ac:spMkLst>
        </pc:spChg>
        <pc:spChg chg="add">
          <ac:chgData name="Badre Mhiouah (Student at CentraleSupelec)" userId="S::badre.mhiouah@student-cs.fr::4929322e-411b-46aa-ae07-3e0bcecd389f" providerId="AD" clId="Web-{DC29D46C-201C-42CF-98F3-CDEC7657E6BB}" dt="2021-06-09T12:56:48.152" v="201"/>
          <ac:spMkLst>
            <pc:docMk/>
            <pc:sldMk cId="3881678658" sldId="277"/>
            <ac:spMk id="12" creationId="{BDC8164B-5FC0-4CBD-B7AE-0CB8780FFCB3}"/>
          </ac:spMkLst>
        </pc:spChg>
      </pc:sldChg>
    </pc:docChg>
  </pc:docChgLst>
  <pc:docChgLst>
    <pc:chgData name="Axel Nguyen--Kerbel (Student at CentraleSupelec)" userId="S::axel.nguyen-kerbel@student-cs.fr::674f316a-a1d4-483e-9fb0-38a16ee3e229" providerId="AD" clId="Web-{6D17D839-9492-4ADD-9B5F-35FCA8627803}"/>
    <pc:docChg chg="addSld delSld modSld">
      <pc:chgData name="Axel Nguyen--Kerbel (Student at CentraleSupelec)" userId="S::axel.nguyen-kerbel@student-cs.fr::674f316a-a1d4-483e-9fb0-38a16ee3e229" providerId="AD" clId="Web-{6D17D839-9492-4ADD-9B5F-35FCA8627803}" dt="2021-06-11T08:59:31.798" v="215" actId="20577"/>
      <pc:docMkLst>
        <pc:docMk/>
      </pc:docMkLst>
      <pc:sldChg chg="addSp delSp modSp">
        <pc:chgData name="Axel Nguyen--Kerbel (Student at CentraleSupelec)" userId="S::axel.nguyen-kerbel@student-cs.fr::674f316a-a1d4-483e-9fb0-38a16ee3e229" providerId="AD" clId="Web-{6D17D839-9492-4ADD-9B5F-35FCA8627803}" dt="2021-06-11T08:59:31.798" v="215" actId="20577"/>
        <pc:sldMkLst>
          <pc:docMk/>
          <pc:sldMk cId="642679777" sldId="274"/>
        </pc:sldMkLst>
        <pc:spChg chg="mod">
          <ac:chgData name="Axel Nguyen--Kerbel (Student at CentraleSupelec)" userId="S::axel.nguyen-kerbel@student-cs.fr::674f316a-a1d4-483e-9fb0-38a16ee3e229" providerId="AD" clId="Web-{6D17D839-9492-4ADD-9B5F-35FCA8627803}" dt="2021-06-11T08:59:31.798" v="215" actId="20577"/>
          <ac:spMkLst>
            <pc:docMk/>
            <pc:sldMk cId="642679777" sldId="274"/>
            <ac:spMk id="2" creationId="{B0C9A128-5F7C-4839-8C07-656C884574FE}"/>
          </ac:spMkLst>
        </pc:spChg>
        <pc:spChg chg="del">
          <ac:chgData name="Axel Nguyen--Kerbel (Student at CentraleSupelec)" userId="S::axel.nguyen-kerbel@student-cs.fr::674f316a-a1d4-483e-9fb0-38a16ee3e229" providerId="AD" clId="Web-{6D17D839-9492-4ADD-9B5F-35FCA8627803}" dt="2021-06-11T08:58:32.453" v="198"/>
          <ac:spMkLst>
            <pc:docMk/>
            <pc:sldMk cId="642679777" sldId="274"/>
            <ac:spMk id="4" creationId="{7C2A48A5-C3C4-4977-86F8-66689ECDFE8C}"/>
          </ac:spMkLst>
        </pc:spChg>
        <pc:spChg chg="add del mod">
          <ac:chgData name="Axel Nguyen--Kerbel (Student at CentraleSupelec)" userId="S::axel.nguyen-kerbel@student-cs.fr::674f316a-a1d4-483e-9fb0-38a16ee3e229" providerId="AD" clId="Web-{6D17D839-9492-4ADD-9B5F-35FCA8627803}" dt="2021-06-11T08:57:23.451" v="195"/>
          <ac:spMkLst>
            <pc:docMk/>
            <pc:sldMk cId="642679777" sldId="274"/>
            <ac:spMk id="7" creationId="{8F129CCC-5BB3-4F42-8EAA-A985E3D4FFAA}"/>
          </ac:spMkLst>
        </pc:spChg>
        <pc:picChg chg="add mod">
          <ac:chgData name="Axel Nguyen--Kerbel (Student at CentraleSupelec)" userId="S::axel.nguyen-kerbel@student-cs.fr::674f316a-a1d4-483e-9fb0-38a16ee3e229" providerId="AD" clId="Web-{6D17D839-9492-4ADD-9B5F-35FCA8627803}" dt="2021-06-11T08:59:01.453" v="202" actId="1076"/>
          <ac:picMkLst>
            <pc:docMk/>
            <pc:sldMk cId="642679777" sldId="274"/>
            <ac:picMk id="3" creationId="{2504BD29-7A8D-41B2-A544-31ED47C86C14}"/>
          </ac:picMkLst>
        </pc:picChg>
        <pc:picChg chg="del">
          <ac:chgData name="Axel Nguyen--Kerbel (Student at CentraleSupelec)" userId="S::axel.nguyen-kerbel@student-cs.fr::674f316a-a1d4-483e-9fb0-38a16ee3e229" providerId="AD" clId="Web-{6D17D839-9492-4ADD-9B5F-35FCA8627803}" dt="2021-06-11T08:57:12.029" v="193"/>
          <ac:picMkLst>
            <pc:docMk/>
            <pc:sldMk cId="642679777" sldId="274"/>
            <ac:picMk id="5" creationId="{D9A92612-1F0A-4C84-86DA-7330B6C2A235}"/>
          </ac:picMkLst>
        </pc:picChg>
      </pc:sldChg>
      <pc:sldChg chg="modSp">
        <pc:chgData name="Axel Nguyen--Kerbel (Student at CentraleSupelec)" userId="S::axel.nguyen-kerbel@student-cs.fr::674f316a-a1d4-483e-9fb0-38a16ee3e229" providerId="AD" clId="Web-{6D17D839-9492-4ADD-9B5F-35FCA8627803}" dt="2021-06-11T08:34:13.577" v="191" actId="20577"/>
        <pc:sldMkLst>
          <pc:docMk/>
          <pc:sldMk cId="247611520" sldId="282"/>
        </pc:sldMkLst>
        <pc:spChg chg="mod">
          <ac:chgData name="Axel Nguyen--Kerbel (Student at CentraleSupelec)" userId="S::axel.nguyen-kerbel@student-cs.fr::674f316a-a1d4-483e-9fb0-38a16ee3e229" providerId="AD" clId="Web-{6D17D839-9492-4ADD-9B5F-35FCA8627803}" dt="2021-06-11T08:34:13.577" v="191" actId="20577"/>
          <ac:spMkLst>
            <pc:docMk/>
            <pc:sldMk cId="247611520" sldId="282"/>
            <ac:spMk id="4" creationId="{C510B1B5-497E-44F6-BDFC-6ABF47F9F383}"/>
          </ac:spMkLst>
        </pc:spChg>
      </pc:sldChg>
      <pc:sldChg chg="modSp">
        <pc:chgData name="Axel Nguyen--Kerbel (Student at CentraleSupelec)" userId="S::axel.nguyen-kerbel@student-cs.fr::674f316a-a1d4-483e-9fb0-38a16ee3e229" providerId="AD" clId="Web-{6D17D839-9492-4ADD-9B5F-35FCA8627803}" dt="2021-06-11T08:23:22.824" v="129" actId="20577"/>
        <pc:sldMkLst>
          <pc:docMk/>
          <pc:sldMk cId="1590575270" sldId="287"/>
        </pc:sldMkLst>
        <pc:spChg chg="mod">
          <ac:chgData name="Axel Nguyen--Kerbel (Student at CentraleSupelec)" userId="S::axel.nguyen-kerbel@student-cs.fr::674f316a-a1d4-483e-9fb0-38a16ee3e229" providerId="AD" clId="Web-{6D17D839-9492-4ADD-9B5F-35FCA8627803}" dt="2021-06-11T08:23:22.824" v="129" actId="20577"/>
          <ac:spMkLst>
            <pc:docMk/>
            <pc:sldMk cId="1590575270" sldId="287"/>
            <ac:spMk id="4" creationId="{58B3F73F-2AC0-4666-963A-84DADE04DFE7}"/>
          </ac:spMkLst>
        </pc:spChg>
      </pc:sldChg>
      <pc:sldChg chg="addSp delSp modSp">
        <pc:chgData name="Axel Nguyen--Kerbel (Student at CentraleSupelec)" userId="S::axel.nguyen-kerbel@student-cs.fr::674f316a-a1d4-483e-9fb0-38a16ee3e229" providerId="AD" clId="Web-{6D17D839-9492-4ADD-9B5F-35FCA8627803}" dt="2021-06-11T08:22:23.823" v="104" actId="1076"/>
        <pc:sldMkLst>
          <pc:docMk/>
          <pc:sldMk cId="3698305921" sldId="291"/>
        </pc:sldMkLst>
        <pc:spChg chg="mod">
          <ac:chgData name="Axel Nguyen--Kerbel (Student at CentraleSupelec)" userId="S::axel.nguyen-kerbel@student-cs.fr::674f316a-a1d4-483e-9fb0-38a16ee3e229" providerId="AD" clId="Web-{6D17D839-9492-4ADD-9B5F-35FCA8627803}" dt="2021-06-11T08:14:25.318" v="20" actId="20577"/>
          <ac:spMkLst>
            <pc:docMk/>
            <pc:sldMk cId="3698305921" sldId="291"/>
            <ac:spMk id="2" creationId="{F58655C0-7C6C-484C-8B03-723EFF32E5E8}"/>
          </ac:spMkLst>
        </pc:spChg>
        <pc:spChg chg="del">
          <ac:chgData name="Axel Nguyen--Kerbel (Student at CentraleSupelec)" userId="S::axel.nguyen-kerbel@student-cs.fr::674f316a-a1d4-483e-9fb0-38a16ee3e229" providerId="AD" clId="Web-{6D17D839-9492-4ADD-9B5F-35FCA8627803}" dt="2021-06-11T08:13:07.280" v="0"/>
          <ac:spMkLst>
            <pc:docMk/>
            <pc:sldMk cId="3698305921" sldId="291"/>
            <ac:spMk id="3" creationId="{0A603914-EFA2-4F6B-B5DB-B622781FC39C}"/>
          </ac:spMkLst>
        </pc:spChg>
        <pc:spChg chg="mod">
          <ac:chgData name="Axel Nguyen--Kerbel (Student at CentraleSupelec)" userId="S::axel.nguyen-kerbel@student-cs.fr::674f316a-a1d4-483e-9fb0-38a16ee3e229" providerId="AD" clId="Web-{6D17D839-9492-4ADD-9B5F-35FCA8627803}" dt="2021-06-11T08:15:21.116" v="59" actId="20577"/>
          <ac:spMkLst>
            <pc:docMk/>
            <pc:sldMk cId="3698305921" sldId="291"/>
            <ac:spMk id="4" creationId="{65F3201A-18E1-4F27-8C8C-B7628C15047E}"/>
          </ac:spMkLst>
        </pc:spChg>
        <pc:spChg chg="add del mod">
          <ac:chgData name="Axel Nguyen--Kerbel (Student at CentraleSupelec)" userId="S::axel.nguyen-kerbel@student-cs.fr::674f316a-a1d4-483e-9fb0-38a16ee3e229" providerId="AD" clId="Web-{6D17D839-9492-4ADD-9B5F-35FCA8627803}" dt="2021-06-11T08:14:06.411" v="4"/>
          <ac:spMkLst>
            <pc:docMk/>
            <pc:sldMk cId="3698305921" sldId="291"/>
            <ac:spMk id="7" creationId="{19F544B4-DC19-4055-BB82-2712CA241DC9}"/>
          </ac:spMkLst>
        </pc:spChg>
        <pc:spChg chg="add del mod">
          <ac:chgData name="Axel Nguyen--Kerbel (Student at CentraleSupelec)" userId="S::axel.nguyen-kerbel@student-cs.fr::674f316a-a1d4-483e-9fb0-38a16ee3e229" providerId="AD" clId="Web-{6D17D839-9492-4ADD-9B5F-35FCA8627803}" dt="2021-06-11T08:22:15.573" v="102"/>
          <ac:spMkLst>
            <pc:docMk/>
            <pc:sldMk cId="3698305921" sldId="291"/>
            <ac:spMk id="11" creationId="{F5CB5951-5EB7-4C99-BBC6-0709F2A9961B}"/>
          </ac:spMkLst>
        </pc:spChg>
        <pc:picChg chg="add del mod ord">
          <ac:chgData name="Axel Nguyen--Kerbel (Student at CentraleSupelec)" userId="S::axel.nguyen-kerbel@student-cs.fr::674f316a-a1d4-483e-9fb0-38a16ee3e229" providerId="AD" clId="Web-{6D17D839-9492-4ADD-9B5F-35FCA8627803}" dt="2021-06-11T08:13:11.452" v="1"/>
          <ac:picMkLst>
            <pc:docMk/>
            <pc:sldMk cId="3698305921" sldId="291"/>
            <ac:picMk id="5" creationId="{361D046E-8BF9-4A17-A459-8A6E71BBEE02}"/>
          </ac:picMkLst>
        </pc:picChg>
        <pc:picChg chg="add del mod ord">
          <ac:chgData name="Axel Nguyen--Kerbel (Student at CentraleSupelec)" userId="S::axel.nguyen-kerbel@student-cs.fr::674f316a-a1d4-483e-9fb0-38a16ee3e229" providerId="AD" clId="Web-{6D17D839-9492-4ADD-9B5F-35FCA8627803}" dt="2021-06-11T08:18:44.082" v="66"/>
          <ac:picMkLst>
            <pc:docMk/>
            <pc:sldMk cId="3698305921" sldId="291"/>
            <ac:picMk id="8" creationId="{439F4E33-2506-480C-857E-B6173E182D2C}"/>
          </ac:picMkLst>
        </pc:picChg>
        <pc:picChg chg="add mod">
          <ac:chgData name="Axel Nguyen--Kerbel (Student at CentraleSupelec)" userId="S::axel.nguyen-kerbel@student-cs.fr::674f316a-a1d4-483e-9fb0-38a16ee3e229" providerId="AD" clId="Web-{6D17D839-9492-4ADD-9B5F-35FCA8627803}" dt="2021-06-11T08:22:23.823" v="104" actId="1076"/>
          <ac:picMkLst>
            <pc:docMk/>
            <pc:sldMk cId="3698305921" sldId="291"/>
            <ac:picMk id="9" creationId="{D8ABD0CD-F5B1-43DC-B36D-32E9615E29A3}"/>
          </ac:picMkLst>
        </pc:picChg>
      </pc:sldChg>
      <pc:sldChg chg="modSp new del">
        <pc:chgData name="Axel Nguyen--Kerbel (Student at CentraleSupelec)" userId="S::axel.nguyen-kerbel@student-cs.fr::674f316a-a1d4-483e-9fb0-38a16ee3e229" providerId="AD" clId="Web-{6D17D839-9492-4ADD-9B5F-35FCA8627803}" dt="2021-06-11T08:22:00.947" v="99"/>
        <pc:sldMkLst>
          <pc:docMk/>
          <pc:sldMk cId="224517186" sldId="292"/>
        </pc:sldMkLst>
        <pc:spChg chg="mod">
          <ac:chgData name="Axel Nguyen--Kerbel (Student at CentraleSupelec)" userId="S::axel.nguyen-kerbel@student-cs.fr::674f316a-a1d4-483e-9fb0-38a16ee3e229" providerId="AD" clId="Web-{6D17D839-9492-4ADD-9B5F-35FCA8627803}" dt="2021-06-11T08:16:41.907" v="64" actId="20577"/>
          <ac:spMkLst>
            <pc:docMk/>
            <pc:sldMk cId="224517186" sldId="292"/>
            <ac:spMk id="2" creationId="{FDB5B15E-6088-4DBC-A3D3-F4883766EC60}"/>
          </ac:spMkLst>
        </pc:spChg>
      </pc:sldChg>
      <pc:sldChg chg="addSp delSp modSp new">
        <pc:chgData name="Axel Nguyen--Kerbel (Student at CentraleSupelec)" userId="S::axel.nguyen-kerbel@student-cs.fr::674f316a-a1d4-483e-9fb0-38a16ee3e229" providerId="AD" clId="Web-{6D17D839-9492-4ADD-9B5F-35FCA8627803}" dt="2021-06-11T08:20:49.898" v="98" actId="20577"/>
        <pc:sldMkLst>
          <pc:docMk/>
          <pc:sldMk cId="2344716109" sldId="293"/>
        </pc:sldMkLst>
        <pc:spChg chg="mod">
          <ac:chgData name="Axel Nguyen--Kerbel (Student at CentraleSupelec)" userId="S::axel.nguyen-kerbel@student-cs.fr::674f316a-a1d4-483e-9fb0-38a16ee3e229" providerId="AD" clId="Web-{6D17D839-9492-4ADD-9B5F-35FCA8627803}" dt="2021-06-11T08:20:24.976" v="82" actId="20577"/>
          <ac:spMkLst>
            <pc:docMk/>
            <pc:sldMk cId="2344716109" sldId="293"/>
            <ac:spMk id="2" creationId="{CF072CD9-2FA9-4119-80A9-E7ED2ED60201}"/>
          </ac:spMkLst>
        </pc:spChg>
        <pc:spChg chg="del">
          <ac:chgData name="Axel Nguyen--Kerbel (Student at CentraleSupelec)" userId="S::axel.nguyen-kerbel@student-cs.fr::674f316a-a1d4-483e-9fb0-38a16ee3e229" providerId="AD" clId="Web-{6D17D839-9492-4ADD-9B5F-35FCA8627803}" dt="2021-06-11T08:19:53.209" v="69"/>
          <ac:spMkLst>
            <pc:docMk/>
            <pc:sldMk cId="2344716109" sldId="293"/>
            <ac:spMk id="3" creationId="{3BAB2A63-8BD3-42ED-84DA-11864E5FBC96}"/>
          </ac:spMkLst>
        </pc:spChg>
        <pc:spChg chg="mod">
          <ac:chgData name="Axel Nguyen--Kerbel (Student at CentraleSupelec)" userId="S::axel.nguyen-kerbel@student-cs.fr::674f316a-a1d4-483e-9fb0-38a16ee3e229" providerId="AD" clId="Web-{6D17D839-9492-4ADD-9B5F-35FCA8627803}" dt="2021-06-11T08:20:49.898" v="98" actId="20577"/>
          <ac:spMkLst>
            <pc:docMk/>
            <pc:sldMk cId="2344716109" sldId="293"/>
            <ac:spMk id="4" creationId="{17B5110C-CA7E-4C7B-846B-401362882266}"/>
          </ac:spMkLst>
        </pc:spChg>
        <pc:picChg chg="add mod ord">
          <ac:chgData name="Axel Nguyen--Kerbel (Student at CentraleSupelec)" userId="S::axel.nguyen-kerbel@student-cs.fr::674f316a-a1d4-483e-9fb0-38a16ee3e229" providerId="AD" clId="Web-{6D17D839-9492-4ADD-9B5F-35FCA8627803}" dt="2021-06-11T08:19:58.835" v="71" actId="1076"/>
          <ac:picMkLst>
            <pc:docMk/>
            <pc:sldMk cId="2344716109" sldId="293"/>
            <ac:picMk id="5" creationId="{167FD989-3744-4138-82AE-083750DB38E8}"/>
          </ac:picMkLst>
        </pc:picChg>
      </pc:sldChg>
    </pc:docChg>
  </pc:docChgLst>
  <pc:docChgLst>
    <pc:chgData name="Pierre Righenzi Hugon De Villers (Student at CentraleSupelec)" userId="S::pierre.righenzi@student-cs.fr::669ef1d6-e17c-4eda-8b61-33af48384ef6" providerId="AD" clId="Web-{35B81551-7312-4A08-90EB-21F591F5442F}"/>
    <pc:docChg chg="addSld modSld">
      <pc:chgData name="Pierre Righenzi Hugon De Villers (Student at CentraleSupelec)" userId="S::pierre.righenzi@student-cs.fr::669ef1d6-e17c-4eda-8b61-33af48384ef6" providerId="AD" clId="Web-{35B81551-7312-4A08-90EB-21F591F5442F}" dt="2021-06-09T07:16:38.967" v="20" actId="20577"/>
      <pc:docMkLst>
        <pc:docMk/>
      </pc:docMkLst>
      <pc:sldChg chg="modSp">
        <pc:chgData name="Pierre Righenzi Hugon De Villers (Student at CentraleSupelec)" userId="S::pierre.righenzi@student-cs.fr::669ef1d6-e17c-4eda-8b61-33af48384ef6" providerId="AD" clId="Web-{35B81551-7312-4A08-90EB-21F591F5442F}" dt="2021-06-09T07:16:13.669" v="11" actId="20577"/>
        <pc:sldMkLst>
          <pc:docMk/>
          <pc:sldMk cId="3784089036" sldId="256"/>
        </pc:sldMkLst>
        <pc:spChg chg="mod">
          <ac:chgData name="Pierre Righenzi Hugon De Villers (Student at CentraleSupelec)" userId="S::pierre.righenzi@student-cs.fr::669ef1d6-e17c-4eda-8b61-33af48384ef6" providerId="AD" clId="Web-{35B81551-7312-4A08-90EB-21F591F5442F}" dt="2021-06-09T07:16:04.762" v="5" actId="20577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Pierre Righenzi Hugon De Villers (Student at CentraleSupelec)" userId="S::pierre.righenzi@student-cs.fr::669ef1d6-e17c-4eda-8b61-33af48384ef6" providerId="AD" clId="Web-{35B81551-7312-4A08-90EB-21F591F5442F}" dt="2021-06-09T07:16:13.669" v="11" actId="20577"/>
          <ac:spMkLst>
            <pc:docMk/>
            <pc:sldMk cId="3784089036" sldId="256"/>
            <ac:spMk id="3" creationId="{00000000-0000-0000-0000-000000000000}"/>
          </ac:spMkLst>
        </pc:spChg>
      </pc:sldChg>
      <pc:sldChg chg="modSp new">
        <pc:chgData name="Pierre Righenzi Hugon De Villers (Student at CentraleSupelec)" userId="S::pierre.righenzi@student-cs.fr::669ef1d6-e17c-4eda-8b61-33af48384ef6" providerId="AD" clId="Web-{35B81551-7312-4A08-90EB-21F591F5442F}" dt="2021-06-09T07:16:38.967" v="20" actId="20577"/>
        <pc:sldMkLst>
          <pc:docMk/>
          <pc:sldMk cId="2069148536" sldId="257"/>
        </pc:sldMkLst>
        <pc:spChg chg="mod">
          <ac:chgData name="Pierre Righenzi Hugon De Villers (Student at CentraleSupelec)" userId="S::pierre.righenzi@student-cs.fr::669ef1d6-e17c-4eda-8b61-33af48384ef6" providerId="AD" clId="Web-{35B81551-7312-4A08-90EB-21F591F5442F}" dt="2021-06-09T07:16:38.967" v="20" actId="20577"/>
          <ac:spMkLst>
            <pc:docMk/>
            <pc:sldMk cId="2069148536" sldId="257"/>
            <ac:spMk id="2" creationId="{FED55CD8-824E-4195-8FD1-B6E547D30CD7}"/>
          </ac:spMkLst>
        </pc:spChg>
      </pc:sldChg>
    </pc:docChg>
  </pc:docChgLst>
  <pc:docChgLst>
    <pc:chgData name="Badre Mhiouah (Student at CentraleSupelec)" userId="S::badre.mhiouah@student-cs.fr::4929322e-411b-46aa-ae07-3e0bcecd389f" providerId="AD" clId="Web-{72F56BB2-A775-40EE-AA0C-6D9561BF4A14}"/>
    <pc:docChg chg="delSld modSld">
      <pc:chgData name="Badre Mhiouah (Student at CentraleSupelec)" userId="S::badre.mhiouah@student-cs.fr::4929322e-411b-46aa-ae07-3e0bcecd389f" providerId="AD" clId="Web-{72F56BB2-A775-40EE-AA0C-6D9561BF4A14}" dt="2021-06-09T12:42:38.840" v="86"/>
      <pc:docMkLst>
        <pc:docMk/>
      </pc:docMkLst>
      <pc:sldChg chg="addSp modSp">
        <pc:chgData name="Badre Mhiouah (Student at CentraleSupelec)" userId="S::badre.mhiouah@student-cs.fr::4929322e-411b-46aa-ae07-3e0bcecd389f" providerId="AD" clId="Web-{72F56BB2-A775-40EE-AA0C-6D9561BF4A14}" dt="2021-06-09T12:29:06.102" v="60" actId="20577"/>
        <pc:sldMkLst>
          <pc:docMk/>
          <pc:sldMk cId="3784089036" sldId="256"/>
        </pc:sldMkLst>
        <pc:spChg chg="add mod">
          <ac:chgData name="Badre Mhiouah (Student at CentraleSupelec)" userId="S::badre.mhiouah@student-cs.fr::4929322e-411b-46aa-ae07-3e0bcecd389f" providerId="AD" clId="Web-{72F56BB2-A775-40EE-AA0C-6D9561BF4A14}" dt="2021-06-09T12:29:06.102" v="60" actId="20577"/>
          <ac:spMkLst>
            <pc:docMk/>
            <pc:sldMk cId="3784089036" sldId="256"/>
            <ac:spMk id="4" creationId="{8CBCC44B-0534-4B20-AADA-75379DFB82EE}"/>
          </ac:spMkLst>
        </pc:spChg>
      </pc:sldChg>
      <pc:sldChg chg="del">
        <pc:chgData name="Badre Mhiouah (Student at CentraleSupelec)" userId="S::badre.mhiouah@student-cs.fr::4929322e-411b-46aa-ae07-3e0bcecd389f" providerId="AD" clId="Web-{72F56BB2-A775-40EE-AA0C-6D9561BF4A14}" dt="2021-06-09T12:42:38.840" v="86"/>
        <pc:sldMkLst>
          <pc:docMk/>
          <pc:sldMk cId="2069148536" sldId="257"/>
        </pc:sldMkLst>
      </pc:sldChg>
      <pc:sldChg chg="modSp">
        <pc:chgData name="Badre Mhiouah (Student at CentraleSupelec)" userId="S::badre.mhiouah@student-cs.fr::4929322e-411b-46aa-ae07-3e0bcecd389f" providerId="AD" clId="Web-{72F56BB2-A775-40EE-AA0C-6D9561BF4A14}" dt="2021-06-09T12:29:58.150" v="71" actId="20577"/>
        <pc:sldMkLst>
          <pc:docMk/>
          <pc:sldMk cId="2994232824" sldId="258"/>
        </pc:sldMkLst>
        <pc:spChg chg="mod">
          <ac:chgData name="Badre Mhiouah (Student at CentraleSupelec)" userId="S::badre.mhiouah@student-cs.fr::4929322e-411b-46aa-ae07-3e0bcecd389f" providerId="AD" clId="Web-{72F56BB2-A775-40EE-AA0C-6D9561BF4A14}" dt="2021-06-09T12:29:58.150" v="71" actId="20577"/>
          <ac:spMkLst>
            <pc:docMk/>
            <pc:sldMk cId="2994232824" sldId="258"/>
            <ac:spMk id="3" creationId="{70039452-20E4-42C4-A296-9355CCD977B1}"/>
          </ac:spMkLst>
        </pc:spChg>
      </pc:sldChg>
      <pc:sldChg chg="modSp">
        <pc:chgData name="Badre Mhiouah (Student at CentraleSupelec)" userId="S::badre.mhiouah@student-cs.fr::4929322e-411b-46aa-ae07-3e0bcecd389f" providerId="AD" clId="Web-{72F56BB2-A775-40EE-AA0C-6D9561BF4A14}" dt="2021-06-09T12:31:00.121" v="85" actId="20577"/>
        <pc:sldMkLst>
          <pc:docMk/>
          <pc:sldMk cId="2878248244" sldId="259"/>
        </pc:sldMkLst>
        <pc:spChg chg="mod">
          <ac:chgData name="Badre Mhiouah (Student at CentraleSupelec)" userId="S::badre.mhiouah@student-cs.fr::4929322e-411b-46aa-ae07-3e0bcecd389f" providerId="AD" clId="Web-{72F56BB2-A775-40EE-AA0C-6D9561BF4A14}" dt="2021-06-09T12:31:00.121" v="85" actId="20577"/>
          <ac:spMkLst>
            <pc:docMk/>
            <pc:sldMk cId="2878248244" sldId="259"/>
            <ac:spMk id="3" creationId="{E602B78F-4E3A-458A-993E-24B6C06E02C0}"/>
          </ac:spMkLst>
        </pc:spChg>
      </pc:sldChg>
    </pc:docChg>
  </pc:docChgLst>
  <pc:docChgLst>
    <pc:chgData name="Pierre Righenzi Hugon De Villers (Student at CentraleSupelec)" userId="S::pierre.righenzi@student-cs.fr::669ef1d6-e17c-4eda-8b61-33af48384ef6" providerId="AD" clId="Web-{4D2E8C2D-C2CB-4C81-AC2B-14DFE5E03412}"/>
    <pc:docChg chg="delSld modSld">
      <pc:chgData name="Pierre Righenzi Hugon De Villers (Student at CentraleSupelec)" userId="S::pierre.righenzi@student-cs.fr::669ef1d6-e17c-4eda-8b61-33af48384ef6" providerId="AD" clId="Web-{4D2E8C2D-C2CB-4C81-AC2B-14DFE5E03412}" dt="2021-06-11T07:12:48.777" v="1" actId="20577"/>
      <pc:docMkLst>
        <pc:docMk/>
      </pc:docMkLst>
      <pc:sldChg chg="del">
        <pc:chgData name="Pierre Righenzi Hugon De Villers (Student at CentraleSupelec)" userId="S::pierre.righenzi@student-cs.fr::669ef1d6-e17c-4eda-8b61-33af48384ef6" providerId="AD" clId="Web-{4D2E8C2D-C2CB-4C81-AC2B-14DFE5E03412}" dt="2021-06-11T07:12:34.902" v="0"/>
        <pc:sldMkLst>
          <pc:docMk/>
          <pc:sldMk cId="1806529584" sldId="275"/>
        </pc:sldMkLst>
      </pc:sldChg>
      <pc:sldChg chg="modSp">
        <pc:chgData name="Pierre Righenzi Hugon De Villers (Student at CentraleSupelec)" userId="S::pierre.righenzi@student-cs.fr::669ef1d6-e17c-4eda-8b61-33af48384ef6" providerId="AD" clId="Web-{4D2E8C2D-C2CB-4C81-AC2B-14DFE5E03412}" dt="2021-06-11T07:12:48.777" v="1" actId="20577"/>
        <pc:sldMkLst>
          <pc:docMk/>
          <pc:sldMk cId="3881678658" sldId="277"/>
        </pc:sldMkLst>
        <pc:spChg chg="mod">
          <ac:chgData name="Pierre Righenzi Hugon De Villers (Student at CentraleSupelec)" userId="S::pierre.righenzi@student-cs.fr::669ef1d6-e17c-4eda-8b61-33af48384ef6" providerId="AD" clId="Web-{4D2E8C2D-C2CB-4C81-AC2B-14DFE5E03412}" dt="2021-06-11T07:12:48.777" v="1" actId="20577"/>
          <ac:spMkLst>
            <pc:docMk/>
            <pc:sldMk cId="3881678658" sldId="277"/>
            <ac:spMk id="2" creationId="{673096FA-6D38-4281-88E6-C341948BAE1D}"/>
          </ac:spMkLst>
        </pc:spChg>
      </pc:sldChg>
    </pc:docChg>
  </pc:docChgLst>
  <pc:docChgLst>
    <pc:chgData name="Pierre Righenzi Hugon De Villers (Student at CentraleSupelec)" userId="S::pierre.righenzi@student-cs.fr::669ef1d6-e17c-4eda-8b61-33af48384ef6" providerId="AD" clId="Web-{7ECB0356-1430-4F6E-AFAA-0284E8B6001D}"/>
    <pc:docChg chg="addSld modSld sldOrd">
      <pc:chgData name="Pierre Righenzi Hugon De Villers (Student at CentraleSupelec)" userId="S::pierre.righenzi@student-cs.fr::669ef1d6-e17c-4eda-8b61-33af48384ef6" providerId="AD" clId="Web-{7ECB0356-1430-4F6E-AFAA-0284E8B6001D}" dt="2021-06-11T07:39:17.264" v="44"/>
      <pc:docMkLst>
        <pc:docMk/>
      </pc:docMkLst>
      <pc:sldChg chg="modSp add ord replId">
        <pc:chgData name="Pierre Righenzi Hugon De Villers (Student at CentraleSupelec)" userId="S::pierre.righenzi@student-cs.fr::669ef1d6-e17c-4eda-8b61-33af48384ef6" providerId="AD" clId="Web-{7ECB0356-1430-4F6E-AFAA-0284E8B6001D}" dt="2021-06-11T07:39:17.014" v="43" actId="20577"/>
        <pc:sldMkLst>
          <pc:docMk/>
          <pc:sldMk cId="2174591226" sldId="285"/>
        </pc:sldMkLst>
        <pc:spChg chg="mod">
          <ac:chgData name="Pierre Righenzi Hugon De Villers (Student at CentraleSupelec)" userId="S::pierre.righenzi@student-cs.fr::669ef1d6-e17c-4eda-8b61-33af48384ef6" providerId="AD" clId="Web-{7ECB0356-1430-4F6E-AFAA-0284E8B6001D}" dt="2021-06-11T07:39:17.014" v="43" actId="20577"/>
          <ac:spMkLst>
            <pc:docMk/>
            <pc:sldMk cId="2174591226" sldId="285"/>
            <ac:spMk id="2" creationId="{39A9F249-67C1-4A3C-AF10-25EF08AFCD54}"/>
          </ac:spMkLst>
        </pc:spChg>
        <pc:spChg chg="mod">
          <ac:chgData name="Pierre Righenzi Hugon De Villers (Student at CentraleSupelec)" userId="S::pierre.righenzi@student-cs.fr::669ef1d6-e17c-4eda-8b61-33af48384ef6" providerId="AD" clId="Web-{7ECB0356-1430-4F6E-AFAA-0284E8B6001D}" dt="2021-06-11T07:38:35.810" v="29" actId="20577"/>
          <ac:spMkLst>
            <pc:docMk/>
            <pc:sldMk cId="2174591226" sldId="285"/>
            <ac:spMk id="3" creationId="{70039452-20E4-42C4-A296-9355CCD977B1}"/>
          </ac:spMkLst>
        </pc:spChg>
      </pc:sldChg>
      <pc:sldChg chg="new">
        <pc:chgData name="Pierre Righenzi Hugon De Villers (Student at CentraleSupelec)" userId="S::pierre.righenzi@student-cs.fr::669ef1d6-e17c-4eda-8b61-33af48384ef6" providerId="AD" clId="Web-{7ECB0356-1430-4F6E-AFAA-0284E8B6001D}" dt="2021-06-11T07:39:17.264" v="44"/>
        <pc:sldMkLst>
          <pc:docMk/>
          <pc:sldMk cId="3855543709" sldId="286"/>
        </pc:sldMkLst>
      </pc:sldChg>
    </pc:docChg>
  </pc:docChgLst>
  <pc:docChgLst>
    <pc:chgData name="Pierre Righenzi Hugon De Villers (Student at CentraleSupelec)" userId="S::pierre.righenzi@student-cs.fr::669ef1d6-e17c-4eda-8b61-33af48384ef6" providerId="AD" clId="Web-{FE15D2FF-4777-41C6-BB38-1CDE30EA2B85}"/>
    <pc:docChg chg="modSld">
      <pc:chgData name="Pierre Righenzi Hugon De Villers (Student at CentraleSupelec)" userId="S::pierre.righenzi@student-cs.fr::669ef1d6-e17c-4eda-8b61-33af48384ef6" providerId="AD" clId="Web-{FE15D2FF-4777-41C6-BB38-1CDE30EA2B85}" dt="2021-06-11T08:55:20.174" v="2" actId="20577"/>
      <pc:docMkLst>
        <pc:docMk/>
      </pc:docMkLst>
      <pc:sldChg chg="modSp">
        <pc:chgData name="Pierre Righenzi Hugon De Villers (Student at CentraleSupelec)" userId="S::pierre.righenzi@student-cs.fr::669ef1d6-e17c-4eda-8b61-33af48384ef6" providerId="AD" clId="Web-{FE15D2FF-4777-41C6-BB38-1CDE30EA2B85}" dt="2021-06-11T08:55:20.174" v="2" actId="20577"/>
        <pc:sldMkLst>
          <pc:docMk/>
          <pc:sldMk cId="291332544" sldId="262"/>
        </pc:sldMkLst>
        <pc:spChg chg="mod">
          <ac:chgData name="Pierre Righenzi Hugon De Villers (Student at CentraleSupelec)" userId="S::pierre.righenzi@student-cs.fr::669ef1d6-e17c-4eda-8b61-33af48384ef6" providerId="AD" clId="Web-{FE15D2FF-4777-41C6-BB38-1CDE30EA2B85}" dt="2021-06-11T08:55:20.174" v="2" actId="20577"/>
          <ac:spMkLst>
            <pc:docMk/>
            <pc:sldMk cId="291332544" sldId="262"/>
            <ac:spMk id="4" creationId="{663036BD-183C-42A9-AB07-DF9D0FD6E002}"/>
          </ac:spMkLst>
        </pc:spChg>
      </pc:sldChg>
    </pc:docChg>
  </pc:docChgLst>
  <pc:docChgLst>
    <pc:chgData name="Pierre Righenzi Hugon De Villers (Student at CentraleSupelec)" userId="S::pierre.righenzi@student-cs.fr::669ef1d6-e17c-4eda-8b61-33af48384ef6" providerId="AD" clId="Web-{B10AAD65-D1A6-4CD9-8DD8-75FCEC790373}"/>
    <pc:docChg chg="delSld">
      <pc:chgData name="Pierre Righenzi Hugon De Villers (Student at CentraleSupelec)" userId="S::pierre.righenzi@student-cs.fr::669ef1d6-e17c-4eda-8b61-33af48384ef6" providerId="AD" clId="Web-{B10AAD65-D1A6-4CD9-8DD8-75FCEC790373}" dt="2021-06-11T08:30:20.856" v="1"/>
      <pc:docMkLst>
        <pc:docMk/>
      </pc:docMkLst>
      <pc:sldChg chg="del">
        <pc:chgData name="Pierre Righenzi Hugon De Villers (Student at CentraleSupelec)" userId="S::pierre.righenzi@student-cs.fr::669ef1d6-e17c-4eda-8b61-33af48384ef6" providerId="AD" clId="Web-{B10AAD65-D1A6-4CD9-8DD8-75FCEC790373}" dt="2021-06-11T08:30:19.715" v="0"/>
        <pc:sldMkLst>
          <pc:docMk/>
          <pc:sldMk cId="2174591226" sldId="285"/>
        </pc:sldMkLst>
      </pc:sldChg>
      <pc:sldChg chg="del">
        <pc:chgData name="Pierre Righenzi Hugon De Villers (Student at CentraleSupelec)" userId="S::pierre.righenzi@student-cs.fr::669ef1d6-e17c-4eda-8b61-33af48384ef6" providerId="AD" clId="Web-{B10AAD65-D1A6-4CD9-8DD8-75FCEC790373}" dt="2021-06-11T08:30:20.856" v="1"/>
        <pc:sldMkLst>
          <pc:docMk/>
          <pc:sldMk cId="3855543709" sldId="286"/>
        </pc:sldMkLst>
      </pc:sldChg>
    </pc:docChg>
  </pc:docChgLst>
  <pc:docChgLst>
    <pc:chgData name="Badre Mhiouah (Student at CentraleSupelec)" userId="4929322e-411b-46aa-ae07-3e0bcecd389f" providerId="ADAL" clId="{F6D13E09-72E0-4961-8AF2-D06601528C71}"/>
    <pc:docChg chg="modSld">
      <pc:chgData name="Badre Mhiouah (Student at CentraleSupelec)" userId="4929322e-411b-46aa-ae07-3e0bcecd389f" providerId="ADAL" clId="{F6D13E09-72E0-4961-8AF2-D06601528C71}" dt="2021-06-09T11:58:30.030" v="2"/>
      <pc:docMkLst>
        <pc:docMk/>
      </pc:docMkLst>
      <pc:sldChg chg="modSp">
        <pc:chgData name="Badre Mhiouah (Student at CentraleSupelec)" userId="4929322e-411b-46aa-ae07-3e0bcecd389f" providerId="ADAL" clId="{F6D13E09-72E0-4961-8AF2-D06601528C71}" dt="2021-06-09T11:58:30.030" v="2"/>
        <pc:sldMkLst>
          <pc:docMk/>
          <pc:sldMk cId="3784089036" sldId="256"/>
        </pc:sldMkLst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3784089036" sldId="256"/>
            <ac:spMk id="3" creationId="{00000000-0000-0000-0000-000000000000}"/>
          </ac:spMkLst>
        </pc:spChg>
      </pc:sldChg>
      <pc:sldChg chg="modSp">
        <pc:chgData name="Badre Mhiouah (Student at CentraleSupelec)" userId="4929322e-411b-46aa-ae07-3e0bcecd389f" providerId="ADAL" clId="{F6D13E09-72E0-4961-8AF2-D06601528C71}" dt="2021-06-09T11:58:30.030" v="2"/>
        <pc:sldMkLst>
          <pc:docMk/>
          <pc:sldMk cId="2069148536" sldId="257"/>
        </pc:sldMkLst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069148536" sldId="257"/>
            <ac:spMk id="2" creationId="{FED55CD8-824E-4195-8FD1-B6E547D30CD7}"/>
          </ac:spMkLst>
        </pc:spChg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069148536" sldId="257"/>
            <ac:spMk id="3" creationId="{F4DCDA56-DAFA-4C2A-B333-B4403EC9C72F}"/>
          </ac:spMkLst>
        </pc:spChg>
      </pc:sldChg>
      <pc:sldChg chg="modSp">
        <pc:chgData name="Badre Mhiouah (Student at CentraleSupelec)" userId="4929322e-411b-46aa-ae07-3e0bcecd389f" providerId="ADAL" clId="{F6D13E09-72E0-4961-8AF2-D06601528C71}" dt="2021-06-09T11:58:30.030" v="2"/>
        <pc:sldMkLst>
          <pc:docMk/>
          <pc:sldMk cId="2994232824" sldId="258"/>
        </pc:sldMkLst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994232824" sldId="258"/>
            <ac:spMk id="2" creationId="{39A9F249-67C1-4A3C-AF10-25EF08AFCD54}"/>
          </ac:spMkLst>
        </pc:spChg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994232824" sldId="258"/>
            <ac:spMk id="3" creationId="{70039452-20E4-42C4-A296-9355CCD977B1}"/>
          </ac:spMkLst>
        </pc:spChg>
      </pc:sldChg>
      <pc:sldChg chg="modSp">
        <pc:chgData name="Badre Mhiouah (Student at CentraleSupelec)" userId="4929322e-411b-46aa-ae07-3e0bcecd389f" providerId="ADAL" clId="{F6D13E09-72E0-4961-8AF2-D06601528C71}" dt="2021-06-09T11:58:30.030" v="2"/>
        <pc:sldMkLst>
          <pc:docMk/>
          <pc:sldMk cId="2878248244" sldId="259"/>
        </pc:sldMkLst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878248244" sldId="259"/>
            <ac:spMk id="2" creationId="{21981E51-9029-4C41-BB98-7DB0C1CFD70B}"/>
          </ac:spMkLst>
        </pc:spChg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878248244" sldId="259"/>
            <ac:spMk id="3" creationId="{E602B78F-4E3A-458A-993E-24B6C06E02C0}"/>
          </ac:spMkLst>
        </pc:spChg>
      </pc:sldChg>
      <pc:sldChg chg="modSp">
        <pc:chgData name="Badre Mhiouah (Student at CentraleSupelec)" userId="4929322e-411b-46aa-ae07-3e0bcecd389f" providerId="ADAL" clId="{F6D13E09-72E0-4961-8AF2-D06601528C71}" dt="2021-06-09T11:58:30.030" v="2"/>
        <pc:sldMkLst>
          <pc:docMk/>
          <pc:sldMk cId="2904046687" sldId="260"/>
        </pc:sldMkLst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904046687" sldId="260"/>
            <ac:spMk id="2" creationId="{A98617EB-352B-4C05-9F20-601AEE878B3E}"/>
          </ac:spMkLst>
        </pc:spChg>
        <pc:spChg chg="mod">
          <ac:chgData name="Badre Mhiouah (Student at CentraleSupelec)" userId="4929322e-411b-46aa-ae07-3e0bcecd389f" providerId="ADAL" clId="{F6D13E09-72E0-4961-8AF2-D06601528C71}" dt="2021-06-09T11:58:30.030" v="2"/>
          <ac:spMkLst>
            <pc:docMk/>
            <pc:sldMk cId="2904046687" sldId="260"/>
            <ac:spMk id="3" creationId="{DB7E1939-E483-42B2-A166-9F7EB788E0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086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94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13684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855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962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80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4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2454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50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588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67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38941B0-F4D5-4460-BCAD-F7E2B41A8257}" type="datetimeFigureOut">
              <a:rPr lang="de-DE" smtClean="0"/>
              <a:t>11.06.2021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7C6CCC6-2BE5-4E42-96A4-D1E8E81A3D8E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0186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>
                <a:cs typeface="Calibri Light"/>
              </a:rPr>
              <a:t>EI Bitcoin</a:t>
            </a:r>
            <a:endParaRPr lang="de-D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err="1">
                <a:cs typeface="Calibri"/>
              </a:rPr>
              <a:t>Grp</a:t>
            </a:r>
            <a:r>
              <a:rPr lang="de-DE">
                <a:cs typeface="Calibri"/>
              </a:rPr>
              <a:t> 23</a:t>
            </a:r>
            <a:endParaRPr lang="de-DE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BCC44B-0534-4B20-AADA-75379DFB82EE}"/>
              </a:ext>
            </a:extLst>
          </p:cNvPr>
          <p:cNvSpPr txBox="1"/>
          <p:nvPr/>
        </p:nvSpPr>
        <p:spPr>
          <a:xfrm>
            <a:off x="841829" y="4307113"/>
            <a:ext cx="234405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/>
              <a:t>Axel Nguyen</a:t>
            </a:r>
          </a:p>
          <a:p>
            <a:r>
              <a:rPr lang="fr-FR" sz="2400"/>
              <a:t>Badre </a:t>
            </a:r>
            <a:r>
              <a:rPr lang="fr-FR" sz="2400" err="1"/>
              <a:t>Mhiouah</a:t>
            </a:r>
            <a:endParaRPr lang="fr-FR" sz="2400"/>
          </a:p>
          <a:p>
            <a:r>
              <a:rPr lang="fr-FR" sz="2400"/>
              <a:t>Pierre </a:t>
            </a:r>
            <a:r>
              <a:rPr lang="fr-FR" sz="2400" err="1"/>
              <a:t>Righenzi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F0F283-C8B6-4598-89C9-C404C98A5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73B0C0-761B-443F-97A0-9D6E01FBB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1" y="-2"/>
            <a:ext cx="6300250" cy="6858002"/>
          </a:xfrm>
          <a:custGeom>
            <a:avLst/>
            <a:gdLst>
              <a:gd name="connsiteX0" fmla="*/ 0 w 6300250"/>
              <a:gd name="connsiteY0" fmla="*/ 0 h 6858002"/>
              <a:gd name="connsiteX1" fmla="*/ 3149600 w 6300250"/>
              <a:gd name="connsiteY1" fmla="*/ 0 h 6858002"/>
              <a:gd name="connsiteX2" fmla="*/ 3149600 w 6300250"/>
              <a:gd name="connsiteY2" fmla="*/ 2 h 6858002"/>
              <a:gd name="connsiteX3" fmla="*/ 6110455 w 6300250"/>
              <a:gd name="connsiteY3" fmla="*/ 2 h 6858002"/>
              <a:gd name="connsiteX4" fmla="*/ 6115495 w 6300250"/>
              <a:gd name="connsiteY4" fmla="*/ 66677 h 6858002"/>
              <a:gd name="connsiteX5" fmla="*/ 6123892 w 6300250"/>
              <a:gd name="connsiteY5" fmla="*/ 122239 h 6858002"/>
              <a:gd name="connsiteX6" fmla="*/ 6133970 w 6300250"/>
              <a:gd name="connsiteY6" fmla="*/ 174627 h 6858002"/>
              <a:gd name="connsiteX7" fmla="*/ 6150766 w 6300250"/>
              <a:gd name="connsiteY7" fmla="*/ 217489 h 6858002"/>
              <a:gd name="connsiteX8" fmla="*/ 6167562 w 6300250"/>
              <a:gd name="connsiteY8" fmla="*/ 260352 h 6858002"/>
              <a:gd name="connsiteX9" fmla="*/ 6187717 w 6300250"/>
              <a:gd name="connsiteY9" fmla="*/ 296864 h 6858002"/>
              <a:gd name="connsiteX10" fmla="*/ 6207872 w 6300250"/>
              <a:gd name="connsiteY10" fmla="*/ 334964 h 6858002"/>
              <a:gd name="connsiteX11" fmla="*/ 6226348 w 6300250"/>
              <a:gd name="connsiteY11" fmla="*/ 369889 h 6858002"/>
              <a:gd name="connsiteX12" fmla="*/ 6244823 w 6300250"/>
              <a:gd name="connsiteY12" fmla="*/ 409577 h 6858002"/>
              <a:gd name="connsiteX13" fmla="*/ 6261619 w 6300250"/>
              <a:gd name="connsiteY13" fmla="*/ 450852 h 6858002"/>
              <a:gd name="connsiteX14" fmla="*/ 6276736 w 6300250"/>
              <a:gd name="connsiteY14" fmla="*/ 496889 h 6858002"/>
              <a:gd name="connsiteX15" fmla="*/ 6288493 w 6300250"/>
              <a:gd name="connsiteY15" fmla="*/ 546102 h 6858002"/>
              <a:gd name="connsiteX16" fmla="*/ 6296891 w 6300250"/>
              <a:gd name="connsiteY16" fmla="*/ 606427 h 6858002"/>
              <a:gd name="connsiteX17" fmla="*/ 6300250 w 6300250"/>
              <a:gd name="connsiteY17" fmla="*/ 673102 h 6858002"/>
              <a:gd name="connsiteX18" fmla="*/ 6296891 w 6300250"/>
              <a:gd name="connsiteY18" fmla="*/ 744539 h 6858002"/>
              <a:gd name="connsiteX19" fmla="*/ 6288493 w 6300250"/>
              <a:gd name="connsiteY19" fmla="*/ 801689 h 6858002"/>
              <a:gd name="connsiteX20" fmla="*/ 6276736 w 6300250"/>
              <a:gd name="connsiteY20" fmla="*/ 854077 h 6858002"/>
              <a:gd name="connsiteX21" fmla="*/ 6261619 w 6300250"/>
              <a:gd name="connsiteY21" fmla="*/ 901702 h 6858002"/>
              <a:gd name="connsiteX22" fmla="*/ 6244823 w 6300250"/>
              <a:gd name="connsiteY22" fmla="*/ 942977 h 6858002"/>
              <a:gd name="connsiteX23" fmla="*/ 6224668 w 6300250"/>
              <a:gd name="connsiteY23" fmla="*/ 981077 h 6858002"/>
              <a:gd name="connsiteX24" fmla="*/ 6204513 w 6300250"/>
              <a:gd name="connsiteY24" fmla="*/ 1017589 h 6858002"/>
              <a:gd name="connsiteX25" fmla="*/ 6184358 w 6300250"/>
              <a:gd name="connsiteY25" fmla="*/ 1055689 h 6858002"/>
              <a:gd name="connsiteX26" fmla="*/ 6165882 w 6300250"/>
              <a:gd name="connsiteY26" fmla="*/ 1095377 h 6858002"/>
              <a:gd name="connsiteX27" fmla="*/ 6147406 w 6300250"/>
              <a:gd name="connsiteY27" fmla="*/ 1136652 h 6858002"/>
              <a:gd name="connsiteX28" fmla="*/ 6132291 w 6300250"/>
              <a:gd name="connsiteY28" fmla="*/ 1182689 h 6858002"/>
              <a:gd name="connsiteX29" fmla="*/ 6122213 w 6300250"/>
              <a:gd name="connsiteY29" fmla="*/ 1235077 h 6858002"/>
              <a:gd name="connsiteX30" fmla="*/ 6112135 w 6300250"/>
              <a:gd name="connsiteY30" fmla="*/ 1295402 h 6858002"/>
              <a:gd name="connsiteX31" fmla="*/ 6110455 w 6300250"/>
              <a:gd name="connsiteY31" fmla="*/ 1363664 h 6858002"/>
              <a:gd name="connsiteX32" fmla="*/ 6112135 w 6300250"/>
              <a:gd name="connsiteY32" fmla="*/ 1431927 h 6858002"/>
              <a:gd name="connsiteX33" fmla="*/ 6122213 w 6300250"/>
              <a:gd name="connsiteY33" fmla="*/ 1492252 h 6858002"/>
              <a:gd name="connsiteX34" fmla="*/ 6132291 w 6300250"/>
              <a:gd name="connsiteY34" fmla="*/ 1544639 h 6858002"/>
              <a:gd name="connsiteX35" fmla="*/ 6147406 w 6300250"/>
              <a:gd name="connsiteY35" fmla="*/ 1589089 h 6858002"/>
              <a:gd name="connsiteX36" fmla="*/ 6165882 w 6300250"/>
              <a:gd name="connsiteY36" fmla="*/ 1631952 h 6858002"/>
              <a:gd name="connsiteX37" fmla="*/ 6184358 w 6300250"/>
              <a:gd name="connsiteY37" fmla="*/ 1671639 h 6858002"/>
              <a:gd name="connsiteX38" fmla="*/ 6204513 w 6300250"/>
              <a:gd name="connsiteY38" fmla="*/ 1708152 h 6858002"/>
              <a:gd name="connsiteX39" fmla="*/ 6224668 w 6300250"/>
              <a:gd name="connsiteY39" fmla="*/ 1743077 h 6858002"/>
              <a:gd name="connsiteX40" fmla="*/ 6244823 w 6300250"/>
              <a:gd name="connsiteY40" fmla="*/ 1782764 h 6858002"/>
              <a:gd name="connsiteX41" fmla="*/ 6261619 w 6300250"/>
              <a:gd name="connsiteY41" fmla="*/ 1824039 h 6858002"/>
              <a:gd name="connsiteX42" fmla="*/ 6276736 w 6300250"/>
              <a:gd name="connsiteY42" fmla="*/ 1870077 h 6858002"/>
              <a:gd name="connsiteX43" fmla="*/ 6288493 w 6300250"/>
              <a:gd name="connsiteY43" fmla="*/ 1922464 h 6858002"/>
              <a:gd name="connsiteX44" fmla="*/ 6296891 w 6300250"/>
              <a:gd name="connsiteY44" fmla="*/ 1982789 h 6858002"/>
              <a:gd name="connsiteX45" fmla="*/ 6300250 w 6300250"/>
              <a:gd name="connsiteY45" fmla="*/ 2051052 h 6858002"/>
              <a:gd name="connsiteX46" fmla="*/ 6296891 w 6300250"/>
              <a:gd name="connsiteY46" fmla="*/ 2119314 h 6858002"/>
              <a:gd name="connsiteX47" fmla="*/ 6288493 w 6300250"/>
              <a:gd name="connsiteY47" fmla="*/ 2179639 h 6858002"/>
              <a:gd name="connsiteX48" fmla="*/ 6276736 w 6300250"/>
              <a:gd name="connsiteY48" fmla="*/ 2232027 h 6858002"/>
              <a:gd name="connsiteX49" fmla="*/ 6261619 w 6300250"/>
              <a:gd name="connsiteY49" fmla="*/ 2278064 h 6858002"/>
              <a:gd name="connsiteX50" fmla="*/ 6244823 w 6300250"/>
              <a:gd name="connsiteY50" fmla="*/ 2319339 h 6858002"/>
              <a:gd name="connsiteX51" fmla="*/ 6224668 w 6300250"/>
              <a:gd name="connsiteY51" fmla="*/ 2359027 h 6858002"/>
              <a:gd name="connsiteX52" fmla="*/ 6204513 w 6300250"/>
              <a:gd name="connsiteY52" fmla="*/ 2395539 h 6858002"/>
              <a:gd name="connsiteX53" fmla="*/ 6184358 w 6300250"/>
              <a:gd name="connsiteY53" fmla="*/ 2433639 h 6858002"/>
              <a:gd name="connsiteX54" fmla="*/ 6165882 w 6300250"/>
              <a:gd name="connsiteY54" fmla="*/ 2471739 h 6858002"/>
              <a:gd name="connsiteX55" fmla="*/ 6147406 w 6300250"/>
              <a:gd name="connsiteY55" fmla="*/ 2513014 h 6858002"/>
              <a:gd name="connsiteX56" fmla="*/ 6132291 w 6300250"/>
              <a:gd name="connsiteY56" fmla="*/ 2560639 h 6858002"/>
              <a:gd name="connsiteX57" fmla="*/ 6122213 w 6300250"/>
              <a:gd name="connsiteY57" fmla="*/ 2613027 h 6858002"/>
              <a:gd name="connsiteX58" fmla="*/ 6112135 w 6300250"/>
              <a:gd name="connsiteY58" fmla="*/ 2671764 h 6858002"/>
              <a:gd name="connsiteX59" fmla="*/ 6110455 w 6300250"/>
              <a:gd name="connsiteY59" fmla="*/ 2741614 h 6858002"/>
              <a:gd name="connsiteX60" fmla="*/ 6112135 w 6300250"/>
              <a:gd name="connsiteY60" fmla="*/ 2809877 h 6858002"/>
              <a:gd name="connsiteX61" fmla="*/ 6122213 w 6300250"/>
              <a:gd name="connsiteY61" fmla="*/ 2868614 h 6858002"/>
              <a:gd name="connsiteX62" fmla="*/ 6132291 w 6300250"/>
              <a:gd name="connsiteY62" fmla="*/ 2922589 h 6858002"/>
              <a:gd name="connsiteX63" fmla="*/ 6147406 w 6300250"/>
              <a:gd name="connsiteY63" fmla="*/ 2967039 h 6858002"/>
              <a:gd name="connsiteX64" fmla="*/ 6165882 w 6300250"/>
              <a:gd name="connsiteY64" fmla="*/ 3009902 h 6858002"/>
              <a:gd name="connsiteX65" fmla="*/ 6184358 w 6300250"/>
              <a:gd name="connsiteY65" fmla="*/ 3046414 h 6858002"/>
              <a:gd name="connsiteX66" fmla="*/ 6204513 w 6300250"/>
              <a:gd name="connsiteY66" fmla="*/ 3084514 h 6858002"/>
              <a:gd name="connsiteX67" fmla="*/ 6224668 w 6300250"/>
              <a:gd name="connsiteY67" fmla="*/ 3121027 h 6858002"/>
              <a:gd name="connsiteX68" fmla="*/ 6244823 w 6300250"/>
              <a:gd name="connsiteY68" fmla="*/ 3160714 h 6858002"/>
              <a:gd name="connsiteX69" fmla="*/ 6261619 w 6300250"/>
              <a:gd name="connsiteY69" fmla="*/ 3201989 h 6858002"/>
              <a:gd name="connsiteX70" fmla="*/ 6276736 w 6300250"/>
              <a:gd name="connsiteY70" fmla="*/ 3248027 h 6858002"/>
              <a:gd name="connsiteX71" fmla="*/ 6288493 w 6300250"/>
              <a:gd name="connsiteY71" fmla="*/ 3300414 h 6858002"/>
              <a:gd name="connsiteX72" fmla="*/ 6296891 w 6300250"/>
              <a:gd name="connsiteY72" fmla="*/ 3360739 h 6858002"/>
              <a:gd name="connsiteX73" fmla="*/ 6300250 w 6300250"/>
              <a:gd name="connsiteY73" fmla="*/ 3427414 h 6858002"/>
              <a:gd name="connsiteX74" fmla="*/ 6296891 w 6300250"/>
              <a:gd name="connsiteY74" fmla="*/ 3497264 h 6858002"/>
              <a:gd name="connsiteX75" fmla="*/ 6288493 w 6300250"/>
              <a:gd name="connsiteY75" fmla="*/ 3557589 h 6858002"/>
              <a:gd name="connsiteX76" fmla="*/ 6276736 w 6300250"/>
              <a:gd name="connsiteY76" fmla="*/ 3609977 h 6858002"/>
              <a:gd name="connsiteX77" fmla="*/ 6261619 w 6300250"/>
              <a:gd name="connsiteY77" fmla="*/ 3656014 h 6858002"/>
              <a:gd name="connsiteX78" fmla="*/ 6244823 w 6300250"/>
              <a:gd name="connsiteY78" fmla="*/ 3697289 h 6858002"/>
              <a:gd name="connsiteX79" fmla="*/ 6224668 w 6300250"/>
              <a:gd name="connsiteY79" fmla="*/ 3736977 h 6858002"/>
              <a:gd name="connsiteX80" fmla="*/ 6184358 w 6300250"/>
              <a:gd name="connsiteY80" fmla="*/ 3811589 h 6858002"/>
              <a:gd name="connsiteX81" fmla="*/ 6165882 w 6300250"/>
              <a:gd name="connsiteY81" fmla="*/ 3848102 h 6858002"/>
              <a:gd name="connsiteX82" fmla="*/ 6147406 w 6300250"/>
              <a:gd name="connsiteY82" fmla="*/ 3890964 h 6858002"/>
              <a:gd name="connsiteX83" fmla="*/ 6132291 w 6300250"/>
              <a:gd name="connsiteY83" fmla="*/ 3935414 h 6858002"/>
              <a:gd name="connsiteX84" fmla="*/ 6122213 w 6300250"/>
              <a:gd name="connsiteY84" fmla="*/ 3987802 h 6858002"/>
              <a:gd name="connsiteX85" fmla="*/ 6112135 w 6300250"/>
              <a:gd name="connsiteY85" fmla="*/ 4048127 h 6858002"/>
              <a:gd name="connsiteX86" fmla="*/ 6110455 w 6300250"/>
              <a:gd name="connsiteY86" fmla="*/ 4116389 h 6858002"/>
              <a:gd name="connsiteX87" fmla="*/ 6112135 w 6300250"/>
              <a:gd name="connsiteY87" fmla="*/ 4186239 h 6858002"/>
              <a:gd name="connsiteX88" fmla="*/ 6122213 w 6300250"/>
              <a:gd name="connsiteY88" fmla="*/ 4244977 h 6858002"/>
              <a:gd name="connsiteX89" fmla="*/ 6132291 w 6300250"/>
              <a:gd name="connsiteY89" fmla="*/ 4297364 h 6858002"/>
              <a:gd name="connsiteX90" fmla="*/ 6147406 w 6300250"/>
              <a:gd name="connsiteY90" fmla="*/ 4343402 h 6858002"/>
              <a:gd name="connsiteX91" fmla="*/ 6165882 w 6300250"/>
              <a:gd name="connsiteY91" fmla="*/ 4386264 h 6858002"/>
              <a:gd name="connsiteX92" fmla="*/ 6184358 w 6300250"/>
              <a:gd name="connsiteY92" fmla="*/ 4424364 h 6858002"/>
              <a:gd name="connsiteX93" fmla="*/ 6224668 w 6300250"/>
              <a:gd name="connsiteY93" fmla="*/ 4498977 h 6858002"/>
              <a:gd name="connsiteX94" fmla="*/ 6244823 w 6300250"/>
              <a:gd name="connsiteY94" fmla="*/ 4537077 h 6858002"/>
              <a:gd name="connsiteX95" fmla="*/ 6261619 w 6300250"/>
              <a:gd name="connsiteY95" fmla="*/ 4579939 h 6858002"/>
              <a:gd name="connsiteX96" fmla="*/ 6276736 w 6300250"/>
              <a:gd name="connsiteY96" fmla="*/ 4625977 h 6858002"/>
              <a:gd name="connsiteX97" fmla="*/ 6288493 w 6300250"/>
              <a:gd name="connsiteY97" fmla="*/ 4678364 h 6858002"/>
              <a:gd name="connsiteX98" fmla="*/ 6296891 w 6300250"/>
              <a:gd name="connsiteY98" fmla="*/ 4738689 h 6858002"/>
              <a:gd name="connsiteX99" fmla="*/ 6300250 w 6300250"/>
              <a:gd name="connsiteY99" fmla="*/ 4806952 h 6858002"/>
              <a:gd name="connsiteX100" fmla="*/ 6296891 w 6300250"/>
              <a:gd name="connsiteY100" fmla="*/ 4875214 h 6858002"/>
              <a:gd name="connsiteX101" fmla="*/ 6288493 w 6300250"/>
              <a:gd name="connsiteY101" fmla="*/ 4935539 h 6858002"/>
              <a:gd name="connsiteX102" fmla="*/ 6276736 w 6300250"/>
              <a:gd name="connsiteY102" fmla="*/ 4987927 h 6858002"/>
              <a:gd name="connsiteX103" fmla="*/ 6261619 w 6300250"/>
              <a:gd name="connsiteY103" fmla="*/ 5033964 h 6858002"/>
              <a:gd name="connsiteX104" fmla="*/ 6244823 w 6300250"/>
              <a:gd name="connsiteY104" fmla="*/ 5075239 h 6858002"/>
              <a:gd name="connsiteX105" fmla="*/ 6224668 w 6300250"/>
              <a:gd name="connsiteY105" fmla="*/ 5114927 h 6858002"/>
              <a:gd name="connsiteX106" fmla="*/ 6204513 w 6300250"/>
              <a:gd name="connsiteY106" fmla="*/ 5149852 h 6858002"/>
              <a:gd name="connsiteX107" fmla="*/ 6184358 w 6300250"/>
              <a:gd name="connsiteY107" fmla="*/ 5186364 h 6858002"/>
              <a:gd name="connsiteX108" fmla="*/ 6165882 w 6300250"/>
              <a:gd name="connsiteY108" fmla="*/ 5226052 h 6858002"/>
              <a:gd name="connsiteX109" fmla="*/ 6147406 w 6300250"/>
              <a:gd name="connsiteY109" fmla="*/ 5268914 h 6858002"/>
              <a:gd name="connsiteX110" fmla="*/ 6132291 w 6300250"/>
              <a:gd name="connsiteY110" fmla="*/ 5313364 h 6858002"/>
              <a:gd name="connsiteX111" fmla="*/ 6122213 w 6300250"/>
              <a:gd name="connsiteY111" fmla="*/ 5365752 h 6858002"/>
              <a:gd name="connsiteX112" fmla="*/ 6112135 w 6300250"/>
              <a:gd name="connsiteY112" fmla="*/ 5426077 h 6858002"/>
              <a:gd name="connsiteX113" fmla="*/ 6110455 w 6300250"/>
              <a:gd name="connsiteY113" fmla="*/ 5494339 h 6858002"/>
              <a:gd name="connsiteX114" fmla="*/ 6112135 w 6300250"/>
              <a:gd name="connsiteY114" fmla="*/ 5562602 h 6858002"/>
              <a:gd name="connsiteX115" fmla="*/ 6122213 w 6300250"/>
              <a:gd name="connsiteY115" fmla="*/ 5622927 h 6858002"/>
              <a:gd name="connsiteX116" fmla="*/ 6132291 w 6300250"/>
              <a:gd name="connsiteY116" fmla="*/ 5675314 h 6858002"/>
              <a:gd name="connsiteX117" fmla="*/ 6147406 w 6300250"/>
              <a:gd name="connsiteY117" fmla="*/ 5721352 h 6858002"/>
              <a:gd name="connsiteX118" fmla="*/ 6165882 w 6300250"/>
              <a:gd name="connsiteY118" fmla="*/ 5762627 h 6858002"/>
              <a:gd name="connsiteX119" fmla="*/ 6184358 w 6300250"/>
              <a:gd name="connsiteY119" fmla="*/ 5802314 h 6858002"/>
              <a:gd name="connsiteX120" fmla="*/ 6204513 w 6300250"/>
              <a:gd name="connsiteY120" fmla="*/ 5840414 h 6858002"/>
              <a:gd name="connsiteX121" fmla="*/ 6224668 w 6300250"/>
              <a:gd name="connsiteY121" fmla="*/ 5876927 h 6858002"/>
              <a:gd name="connsiteX122" fmla="*/ 6244823 w 6300250"/>
              <a:gd name="connsiteY122" fmla="*/ 5915027 h 6858002"/>
              <a:gd name="connsiteX123" fmla="*/ 6261619 w 6300250"/>
              <a:gd name="connsiteY123" fmla="*/ 5956302 h 6858002"/>
              <a:gd name="connsiteX124" fmla="*/ 6276736 w 6300250"/>
              <a:gd name="connsiteY124" fmla="*/ 6003927 h 6858002"/>
              <a:gd name="connsiteX125" fmla="*/ 6288493 w 6300250"/>
              <a:gd name="connsiteY125" fmla="*/ 6056314 h 6858002"/>
              <a:gd name="connsiteX126" fmla="*/ 6296891 w 6300250"/>
              <a:gd name="connsiteY126" fmla="*/ 6113464 h 6858002"/>
              <a:gd name="connsiteX127" fmla="*/ 6300250 w 6300250"/>
              <a:gd name="connsiteY127" fmla="*/ 6183314 h 6858002"/>
              <a:gd name="connsiteX128" fmla="*/ 6296891 w 6300250"/>
              <a:gd name="connsiteY128" fmla="*/ 6251577 h 6858002"/>
              <a:gd name="connsiteX129" fmla="*/ 6288493 w 6300250"/>
              <a:gd name="connsiteY129" fmla="*/ 6311902 h 6858002"/>
              <a:gd name="connsiteX130" fmla="*/ 6276736 w 6300250"/>
              <a:gd name="connsiteY130" fmla="*/ 6361114 h 6858002"/>
              <a:gd name="connsiteX131" fmla="*/ 6261619 w 6300250"/>
              <a:gd name="connsiteY131" fmla="*/ 6407152 h 6858002"/>
              <a:gd name="connsiteX132" fmla="*/ 6244823 w 6300250"/>
              <a:gd name="connsiteY132" fmla="*/ 6448427 h 6858002"/>
              <a:gd name="connsiteX133" fmla="*/ 6226348 w 6300250"/>
              <a:gd name="connsiteY133" fmla="*/ 6488114 h 6858002"/>
              <a:gd name="connsiteX134" fmla="*/ 6207872 w 6300250"/>
              <a:gd name="connsiteY134" fmla="*/ 6523039 h 6858002"/>
              <a:gd name="connsiteX135" fmla="*/ 6187717 w 6300250"/>
              <a:gd name="connsiteY135" fmla="*/ 6561139 h 6858002"/>
              <a:gd name="connsiteX136" fmla="*/ 6167562 w 6300250"/>
              <a:gd name="connsiteY136" fmla="*/ 6597652 h 6858002"/>
              <a:gd name="connsiteX137" fmla="*/ 6150766 w 6300250"/>
              <a:gd name="connsiteY137" fmla="*/ 6640514 h 6858002"/>
              <a:gd name="connsiteX138" fmla="*/ 6133970 w 6300250"/>
              <a:gd name="connsiteY138" fmla="*/ 6683377 h 6858002"/>
              <a:gd name="connsiteX139" fmla="*/ 6123892 w 6300250"/>
              <a:gd name="connsiteY139" fmla="*/ 6735764 h 6858002"/>
              <a:gd name="connsiteX140" fmla="*/ 6115495 w 6300250"/>
              <a:gd name="connsiteY140" fmla="*/ 6791327 h 6858002"/>
              <a:gd name="connsiteX141" fmla="*/ 6110455 w 6300250"/>
              <a:gd name="connsiteY141" fmla="*/ 6858002 h 6858002"/>
              <a:gd name="connsiteX142" fmla="*/ 3149600 w 6300250"/>
              <a:gd name="connsiteY142" fmla="*/ 6858002 h 6858002"/>
              <a:gd name="connsiteX143" fmla="*/ 2707087 w 6300250"/>
              <a:gd name="connsiteY143" fmla="*/ 6858002 h 6858002"/>
              <a:gd name="connsiteX144" fmla="*/ 0 w 6300250"/>
              <a:gd name="connsiteY14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6300250" h="6858002">
                <a:moveTo>
                  <a:pt x="0" y="0"/>
                </a:moveTo>
                <a:lnTo>
                  <a:pt x="3149600" y="0"/>
                </a:lnTo>
                <a:lnTo>
                  <a:pt x="3149600" y="2"/>
                </a:lnTo>
                <a:lnTo>
                  <a:pt x="6110455" y="2"/>
                </a:lnTo>
                <a:lnTo>
                  <a:pt x="6115495" y="66677"/>
                </a:lnTo>
                <a:lnTo>
                  <a:pt x="6123892" y="122239"/>
                </a:lnTo>
                <a:lnTo>
                  <a:pt x="6133970" y="174627"/>
                </a:lnTo>
                <a:lnTo>
                  <a:pt x="6150766" y="217489"/>
                </a:lnTo>
                <a:lnTo>
                  <a:pt x="6167562" y="260352"/>
                </a:lnTo>
                <a:lnTo>
                  <a:pt x="6187717" y="296864"/>
                </a:lnTo>
                <a:lnTo>
                  <a:pt x="6207872" y="334964"/>
                </a:lnTo>
                <a:lnTo>
                  <a:pt x="6226348" y="369889"/>
                </a:lnTo>
                <a:lnTo>
                  <a:pt x="6244823" y="409577"/>
                </a:lnTo>
                <a:lnTo>
                  <a:pt x="6261619" y="450852"/>
                </a:lnTo>
                <a:lnTo>
                  <a:pt x="6276736" y="496889"/>
                </a:lnTo>
                <a:lnTo>
                  <a:pt x="6288493" y="546102"/>
                </a:lnTo>
                <a:lnTo>
                  <a:pt x="6296891" y="606427"/>
                </a:lnTo>
                <a:lnTo>
                  <a:pt x="6300250" y="673102"/>
                </a:lnTo>
                <a:lnTo>
                  <a:pt x="6296891" y="744539"/>
                </a:lnTo>
                <a:lnTo>
                  <a:pt x="6288493" y="801689"/>
                </a:lnTo>
                <a:lnTo>
                  <a:pt x="6276736" y="854077"/>
                </a:lnTo>
                <a:lnTo>
                  <a:pt x="6261619" y="901702"/>
                </a:lnTo>
                <a:lnTo>
                  <a:pt x="6244823" y="942977"/>
                </a:lnTo>
                <a:lnTo>
                  <a:pt x="6224668" y="981077"/>
                </a:lnTo>
                <a:lnTo>
                  <a:pt x="6204513" y="1017589"/>
                </a:lnTo>
                <a:lnTo>
                  <a:pt x="6184358" y="1055689"/>
                </a:lnTo>
                <a:lnTo>
                  <a:pt x="6165882" y="1095377"/>
                </a:lnTo>
                <a:lnTo>
                  <a:pt x="6147406" y="1136652"/>
                </a:lnTo>
                <a:lnTo>
                  <a:pt x="6132291" y="1182689"/>
                </a:lnTo>
                <a:lnTo>
                  <a:pt x="6122213" y="1235077"/>
                </a:lnTo>
                <a:lnTo>
                  <a:pt x="6112135" y="1295402"/>
                </a:lnTo>
                <a:lnTo>
                  <a:pt x="6110455" y="1363664"/>
                </a:lnTo>
                <a:lnTo>
                  <a:pt x="6112135" y="1431927"/>
                </a:lnTo>
                <a:lnTo>
                  <a:pt x="6122213" y="1492252"/>
                </a:lnTo>
                <a:lnTo>
                  <a:pt x="6132291" y="1544639"/>
                </a:lnTo>
                <a:lnTo>
                  <a:pt x="6147406" y="1589089"/>
                </a:lnTo>
                <a:lnTo>
                  <a:pt x="6165882" y="1631952"/>
                </a:lnTo>
                <a:lnTo>
                  <a:pt x="6184358" y="1671639"/>
                </a:lnTo>
                <a:lnTo>
                  <a:pt x="6204513" y="1708152"/>
                </a:lnTo>
                <a:lnTo>
                  <a:pt x="6224668" y="1743077"/>
                </a:lnTo>
                <a:lnTo>
                  <a:pt x="6244823" y="1782764"/>
                </a:lnTo>
                <a:lnTo>
                  <a:pt x="6261619" y="1824039"/>
                </a:lnTo>
                <a:lnTo>
                  <a:pt x="6276736" y="1870077"/>
                </a:lnTo>
                <a:lnTo>
                  <a:pt x="6288493" y="1922464"/>
                </a:lnTo>
                <a:lnTo>
                  <a:pt x="6296891" y="1982789"/>
                </a:lnTo>
                <a:lnTo>
                  <a:pt x="6300250" y="2051052"/>
                </a:lnTo>
                <a:lnTo>
                  <a:pt x="6296891" y="2119314"/>
                </a:lnTo>
                <a:lnTo>
                  <a:pt x="6288493" y="2179639"/>
                </a:lnTo>
                <a:lnTo>
                  <a:pt x="6276736" y="2232027"/>
                </a:lnTo>
                <a:lnTo>
                  <a:pt x="6261619" y="2278064"/>
                </a:lnTo>
                <a:lnTo>
                  <a:pt x="6244823" y="2319339"/>
                </a:lnTo>
                <a:lnTo>
                  <a:pt x="6224668" y="2359027"/>
                </a:lnTo>
                <a:lnTo>
                  <a:pt x="6204513" y="2395539"/>
                </a:lnTo>
                <a:lnTo>
                  <a:pt x="6184358" y="2433639"/>
                </a:lnTo>
                <a:lnTo>
                  <a:pt x="6165882" y="2471739"/>
                </a:lnTo>
                <a:lnTo>
                  <a:pt x="6147406" y="2513014"/>
                </a:lnTo>
                <a:lnTo>
                  <a:pt x="6132291" y="2560639"/>
                </a:lnTo>
                <a:lnTo>
                  <a:pt x="6122213" y="2613027"/>
                </a:lnTo>
                <a:lnTo>
                  <a:pt x="6112135" y="2671764"/>
                </a:lnTo>
                <a:lnTo>
                  <a:pt x="6110455" y="2741614"/>
                </a:lnTo>
                <a:lnTo>
                  <a:pt x="6112135" y="2809877"/>
                </a:lnTo>
                <a:lnTo>
                  <a:pt x="6122213" y="2868614"/>
                </a:lnTo>
                <a:lnTo>
                  <a:pt x="6132291" y="2922589"/>
                </a:lnTo>
                <a:lnTo>
                  <a:pt x="6147406" y="2967039"/>
                </a:lnTo>
                <a:lnTo>
                  <a:pt x="6165882" y="3009902"/>
                </a:lnTo>
                <a:lnTo>
                  <a:pt x="6184358" y="3046414"/>
                </a:lnTo>
                <a:lnTo>
                  <a:pt x="6204513" y="3084514"/>
                </a:lnTo>
                <a:lnTo>
                  <a:pt x="6224668" y="3121027"/>
                </a:lnTo>
                <a:lnTo>
                  <a:pt x="6244823" y="3160714"/>
                </a:lnTo>
                <a:lnTo>
                  <a:pt x="6261619" y="3201989"/>
                </a:lnTo>
                <a:lnTo>
                  <a:pt x="6276736" y="3248027"/>
                </a:lnTo>
                <a:lnTo>
                  <a:pt x="6288493" y="3300414"/>
                </a:lnTo>
                <a:lnTo>
                  <a:pt x="6296891" y="3360739"/>
                </a:lnTo>
                <a:lnTo>
                  <a:pt x="6300250" y="3427414"/>
                </a:lnTo>
                <a:lnTo>
                  <a:pt x="6296891" y="3497264"/>
                </a:lnTo>
                <a:lnTo>
                  <a:pt x="6288493" y="3557589"/>
                </a:lnTo>
                <a:lnTo>
                  <a:pt x="6276736" y="3609977"/>
                </a:lnTo>
                <a:lnTo>
                  <a:pt x="6261619" y="3656014"/>
                </a:lnTo>
                <a:lnTo>
                  <a:pt x="6244823" y="3697289"/>
                </a:lnTo>
                <a:lnTo>
                  <a:pt x="6224668" y="3736977"/>
                </a:lnTo>
                <a:lnTo>
                  <a:pt x="6184358" y="3811589"/>
                </a:lnTo>
                <a:lnTo>
                  <a:pt x="6165882" y="3848102"/>
                </a:lnTo>
                <a:lnTo>
                  <a:pt x="6147406" y="3890964"/>
                </a:lnTo>
                <a:lnTo>
                  <a:pt x="6132291" y="3935414"/>
                </a:lnTo>
                <a:lnTo>
                  <a:pt x="6122213" y="3987802"/>
                </a:lnTo>
                <a:lnTo>
                  <a:pt x="6112135" y="4048127"/>
                </a:lnTo>
                <a:lnTo>
                  <a:pt x="6110455" y="4116389"/>
                </a:lnTo>
                <a:lnTo>
                  <a:pt x="6112135" y="4186239"/>
                </a:lnTo>
                <a:lnTo>
                  <a:pt x="6122213" y="4244977"/>
                </a:lnTo>
                <a:lnTo>
                  <a:pt x="6132291" y="4297364"/>
                </a:lnTo>
                <a:lnTo>
                  <a:pt x="6147406" y="4343402"/>
                </a:lnTo>
                <a:lnTo>
                  <a:pt x="6165882" y="4386264"/>
                </a:lnTo>
                <a:lnTo>
                  <a:pt x="6184358" y="4424364"/>
                </a:lnTo>
                <a:lnTo>
                  <a:pt x="6224668" y="4498977"/>
                </a:lnTo>
                <a:lnTo>
                  <a:pt x="6244823" y="4537077"/>
                </a:lnTo>
                <a:lnTo>
                  <a:pt x="6261619" y="4579939"/>
                </a:lnTo>
                <a:lnTo>
                  <a:pt x="6276736" y="4625977"/>
                </a:lnTo>
                <a:lnTo>
                  <a:pt x="6288493" y="4678364"/>
                </a:lnTo>
                <a:lnTo>
                  <a:pt x="6296891" y="4738689"/>
                </a:lnTo>
                <a:lnTo>
                  <a:pt x="6300250" y="4806952"/>
                </a:lnTo>
                <a:lnTo>
                  <a:pt x="6296891" y="4875214"/>
                </a:lnTo>
                <a:lnTo>
                  <a:pt x="6288493" y="4935539"/>
                </a:lnTo>
                <a:lnTo>
                  <a:pt x="6276736" y="4987927"/>
                </a:lnTo>
                <a:lnTo>
                  <a:pt x="6261619" y="5033964"/>
                </a:lnTo>
                <a:lnTo>
                  <a:pt x="6244823" y="5075239"/>
                </a:lnTo>
                <a:lnTo>
                  <a:pt x="6224668" y="5114927"/>
                </a:lnTo>
                <a:lnTo>
                  <a:pt x="6204513" y="5149852"/>
                </a:lnTo>
                <a:lnTo>
                  <a:pt x="6184358" y="5186364"/>
                </a:lnTo>
                <a:lnTo>
                  <a:pt x="6165882" y="5226052"/>
                </a:lnTo>
                <a:lnTo>
                  <a:pt x="6147406" y="5268914"/>
                </a:lnTo>
                <a:lnTo>
                  <a:pt x="6132291" y="5313364"/>
                </a:lnTo>
                <a:lnTo>
                  <a:pt x="6122213" y="5365752"/>
                </a:lnTo>
                <a:lnTo>
                  <a:pt x="6112135" y="5426077"/>
                </a:lnTo>
                <a:lnTo>
                  <a:pt x="6110455" y="5494339"/>
                </a:lnTo>
                <a:lnTo>
                  <a:pt x="6112135" y="5562602"/>
                </a:lnTo>
                <a:lnTo>
                  <a:pt x="6122213" y="5622927"/>
                </a:lnTo>
                <a:lnTo>
                  <a:pt x="6132291" y="5675314"/>
                </a:lnTo>
                <a:lnTo>
                  <a:pt x="6147406" y="5721352"/>
                </a:lnTo>
                <a:lnTo>
                  <a:pt x="6165882" y="5762627"/>
                </a:lnTo>
                <a:lnTo>
                  <a:pt x="6184358" y="5802314"/>
                </a:lnTo>
                <a:lnTo>
                  <a:pt x="6204513" y="5840414"/>
                </a:lnTo>
                <a:lnTo>
                  <a:pt x="6224668" y="5876927"/>
                </a:lnTo>
                <a:lnTo>
                  <a:pt x="6244823" y="5915027"/>
                </a:lnTo>
                <a:lnTo>
                  <a:pt x="6261619" y="5956302"/>
                </a:lnTo>
                <a:lnTo>
                  <a:pt x="6276736" y="6003927"/>
                </a:lnTo>
                <a:lnTo>
                  <a:pt x="6288493" y="6056314"/>
                </a:lnTo>
                <a:lnTo>
                  <a:pt x="6296891" y="6113464"/>
                </a:lnTo>
                <a:lnTo>
                  <a:pt x="6300250" y="6183314"/>
                </a:lnTo>
                <a:lnTo>
                  <a:pt x="6296891" y="6251577"/>
                </a:lnTo>
                <a:lnTo>
                  <a:pt x="6288493" y="6311902"/>
                </a:lnTo>
                <a:lnTo>
                  <a:pt x="6276736" y="6361114"/>
                </a:lnTo>
                <a:lnTo>
                  <a:pt x="6261619" y="6407152"/>
                </a:lnTo>
                <a:lnTo>
                  <a:pt x="6244823" y="6448427"/>
                </a:lnTo>
                <a:lnTo>
                  <a:pt x="6226348" y="6488114"/>
                </a:lnTo>
                <a:lnTo>
                  <a:pt x="6207872" y="6523039"/>
                </a:lnTo>
                <a:lnTo>
                  <a:pt x="6187717" y="6561139"/>
                </a:lnTo>
                <a:lnTo>
                  <a:pt x="6167562" y="6597652"/>
                </a:lnTo>
                <a:lnTo>
                  <a:pt x="6150766" y="6640514"/>
                </a:lnTo>
                <a:lnTo>
                  <a:pt x="6133970" y="6683377"/>
                </a:lnTo>
                <a:lnTo>
                  <a:pt x="6123892" y="6735764"/>
                </a:lnTo>
                <a:lnTo>
                  <a:pt x="6115495" y="6791327"/>
                </a:lnTo>
                <a:lnTo>
                  <a:pt x="6110455" y="6858002"/>
                </a:lnTo>
                <a:lnTo>
                  <a:pt x="3149600" y="6858002"/>
                </a:lnTo>
                <a:lnTo>
                  <a:pt x="2707087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9A9F249-67C1-4A3C-AF10-25EF08AFC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33" y="1162940"/>
            <a:ext cx="4515598" cy="4532120"/>
          </a:xfrm>
        </p:spPr>
        <p:txBody>
          <a:bodyPr anchor="ctr">
            <a:normAutofit/>
          </a:bodyPr>
          <a:lstStyle/>
          <a:p>
            <a:r>
              <a:rPr lang="fr-FR" sz="3100">
                <a:solidFill>
                  <a:srgbClr val="2A1A00"/>
                </a:solidFill>
                <a:cs typeface="Calibri Light"/>
              </a:rPr>
              <a:t>Exploratory Analysis</a:t>
            </a:r>
            <a:endParaRPr lang="fr-FR" sz="3100">
              <a:solidFill>
                <a:srgbClr val="2A1A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475C6-1445-41C7-9360-49FD7C1C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39452-20E4-42C4-A296-9355CCD97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271" y="1128451"/>
            <a:ext cx="4680729" cy="45666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>
                <a:ea typeface="+mn-lt"/>
                <a:cs typeface="+mn-lt"/>
              </a:rPr>
              <a:t>Price time </a:t>
            </a:r>
            <a:r>
              <a:rPr lang="fr-FR" err="1">
                <a:ea typeface="+mn-lt"/>
                <a:cs typeface="+mn-lt"/>
              </a:rPr>
              <a:t>series</a:t>
            </a:r>
            <a:r>
              <a:rPr lang="fr-FR">
                <a:ea typeface="+mn-lt"/>
                <a:cs typeface="+mn-lt"/>
              </a:rPr>
              <a:t> and Trend</a:t>
            </a:r>
            <a:endParaRPr lang="fr-FR"/>
          </a:p>
          <a:p>
            <a:r>
              <a:rPr lang="fr-FR">
                <a:ea typeface="+mn-lt"/>
                <a:cs typeface="+mn-lt"/>
              </a:rPr>
              <a:t>Cycle </a:t>
            </a:r>
            <a:endParaRPr lang="fr-FR"/>
          </a:p>
          <a:p>
            <a:r>
              <a:rPr lang="fr-FR" err="1">
                <a:ea typeface="+mn-lt"/>
                <a:cs typeface="+mn-lt"/>
              </a:rPr>
              <a:t>Seasonality</a:t>
            </a:r>
            <a:r>
              <a:rPr lang="fr-FR">
                <a:ea typeface="+mn-lt"/>
                <a:cs typeface="+mn-lt"/>
              </a:rPr>
              <a:t> and </a:t>
            </a:r>
            <a:r>
              <a:rPr lang="fr-FR" err="1">
                <a:ea typeface="+mn-lt"/>
                <a:cs typeface="+mn-lt"/>
              </a:rPr>
              <a:t>Stationnarity</a:t>
            </a:r>
            <a:endParaRPr lang="fr-FR" err="1"/>
          </a:p>
          <a:p>
            <a:r>
              <a:rPr lang="fr-FR">
                <a:ea typeface="+mn-lt"/>
                <a:cs typeface="+mn-lt"/>
              </a:rPr>
              <a:t>Pearson </a:t>
            </a:r>
            <a:r>
              <a:rPr lang="fr-FR" err="1">
                <a:ea typeface="+mn-lt"/>
                <a:cs typeface="+mn-lt"/>
              </a:rPr>
              <a:t>Correlation</a:t>
            </a:r>
            <a:endParaRPr lang="fr-FR" err="1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232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80C2BE-925A-4474-B597-21C2748B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Plotting</a:t>
            </a:r>
            <a:r>
              <a:rPr lang="fr-FR"/>
              <a:t> the DATA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C70AB1BA-123E-4AE3-B634-DBF5423AC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447656"/>
            <a:ext cx="6158418" cy="3930567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3036BD-183C-42A9-AB07-DF9D0FD6E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Evolution of the </a:t>
            </a:r>
            <a:r>
              <a:rPr lang="fr-FR" err="1"/>
              <a:t>Bictcoin</a:t>
            </a:r>
            <a:r>
              <a:rPr lang="fr-FR"/>
              <a:t> </a:t>
            </a:r>
            <a:r>
              <a:rPr lang="fr-FR" err="1"/>
              <a:t>price</a:t>
            </a:r>
            <a:r>
              <a:rPr lang="fr-FR"/>
              <a:t> </a:t>
            </a:r>
            <a:r>
              <a:rPr lang="fr-FR" err="1"/>
              <a:t>market</a:t>
            </a:r>
            <a:endParaRPr lang="fr-FR"/>
          </a:p>
          <a:p>
            <a:endParaRPr lang="fr-FR"/>
          </a:p>
          <a:p>
            <a:r>
              <a:rPr lang="fr-FR">
                <a:ea typeface="+mn-lt"/>
                <a:cs typeface="+mn-lt"/>
              </a:rPr>
              <a:t>The trend </a:t>
            </a:r>
            <a:r>
              <a:rPr lang="fr-FR" err="1">
                <a:ea typeface="+mn-lt"/>
                <a:cs typeface="+mn-lt"/>
              </a:rPr>
              <a:t>here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is</a:t>
            </a:r>
            <a:r>
              <a:rPr lang="fr-FR">
                <a:ea typeface="+mn-lt"/>
                <a:cs typeface="+mn-lt"/>
              </a:rPr>
              <a:t> a long-</a:t>
            </a:r>
            <a:r>
              <a:rPr lang="fr-FR" err="1">
                <a:ea typeface="+mn-lt"/>
                <a:cs typeface="+mn-lt"/>
              </a:rPr>
              <a:t>term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increase</a:t>
            </a:r>
            <a:r>
              <a:rPr lang="fr-FR">
                <a:ea typeface="+mn-lt"/>
                <a:cs typeface="+mn-lt"/>
              </a:rPr>
              <a:t>. It </a:t>
            </a:r>
            <a:r>
              <a:rPr lang="fr-FR" err="1">
                <a:ea typeface="+mn-lt"/>
                <a:cs typeface="+mn-lt"/>
              </a:rPr>
              <a:t>seems</a:t>
            </a:r>
            <a:r>
              <a:rPr lang="fr-FR">
                <a:ea typeface="+mn-lt"/>
                <a:cs typeface="+mn-lt"/>
              </a:rPr>
              <a:t> to </a:t>
            </a:r>
            <a:r>
              <a:rPr lang="fr-FR" err="1">
                <a:ea typeface="+mn-lt"/>
                <a:cs typeface="+mn-lt"/>
              </a:rPr>
              <a:t>globally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rise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that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since</a:t>
            </a:r>
            <a:r>
              <a:rPr lang="fr-FR">
                <a:ea typeface="+mn-lt"/>
                <a:cs typeface="+mn-lt"/>
              </a:rPr>
              <a:t> the </a:t>
            </a:r>
            <a:r>
              <a:rPr lang="fr-FR" err="1">
                <a:ea typeface="+mn-lt"/>
                <a:cs typeface="+mn-lt"/>
              </a:rPr>
              <a:t>day</a:t>
            </a:r>
            <a:r>
              <a:rPr lang="fr-FR">
                <a:ea typeface="+mn-lt"/>
                <a:cs typeface="+mn-lt"/>
              </a:rPr>
              <a:t> 2000 (</a:t>
            </a:r>
            <a:r>
              <a:rPr lang="fr-FR" err="1">
                <a:ea typeface="+mn-lt"/>
                <a:cs typeface="+mn-lt"/>
              </a:rPr>
              <a:t>beginning</a:t>
            </a:r>
            <a:r>
              <a:rPr lang="fr-FR">
                <a:ea typeface="+mn-lt"/>
                <a:cs typeface="+mn-lt"/>
              </a:rPr>
              <a:t> of 2013). The process </a:t>
            </a:r>
            <a:r>
              <a:rPr lang="fr-FR" err="1">
                <a:ea typeface="+mn-lt"/>
                <a:cs typeface="+mn-lt"/>
              </a:rPr>
              <a:t>doesn't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seem</a:t>
            </a:r>
            <a:r>
              <a:rPr lang="fr-FR">
                <a:ea typeface="+mn-lt"/>
                <a:cs typeface="+mn-lt"/>
              </a:rPr>
              <a:t> to </a:t>
            </a:r>
            <a:r>
              <a:rPr lang="fr-FR" err="1">
                <a:ea typeface="+mn-lt"/>
                <a:cs typeface="+mn-lt"/>
              </a:rPr>
              <a:t>be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stationnary</a:t>
            </a:r>
            <a:r>
              <a:rPr lang="fr-FR">
                <a:ea typeface="+mn-lt"/>
                <a:cs typeface="+mn-lt"/>
              </a:rPr>
              <a:t>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3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D6CE9D5-28BB-4329-B5E2-B06131F27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F7D40-5D59-4F59-A331-D8F7710A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E2B1BC2F-AEBF-4990-A7F9-197AAF28B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548664" y="0"/>
            <a:ext cx="4643336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5DC825-2ACC-4AB3-BDBC-F62FA7ED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328" y="457200"/>
            <a:ext cx="3090672" cy="917128"/>
          </a:xfrm>
        </p:spPr>
        <p:txBody>
          <a:bodyPr anchor="b">
            <a:normAutofit/>
          </a:bodyPr>
          <a:lstStyle/>
          <a:p>
            <a:r>
              <a:rPr lang="fr-FR" sz="1900">
                <a:solidFill>
                  <a:schemeClr val="accent1"/>
                </a:solidFill>
              </a:rPr>
              <a:t>Dickey fuller augmented</a:t>
            </a:r>
          </a:p>
        </p:txBody>
      </p:sp>
      <p:pic>
        <p:nvPicPr>
          <p:cNvPr id="4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73BE5CF4-B512-40B9-8B1B-77C8770B5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27" y="1584798"/>
            <a:ext cx="5978273" cy="337772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8CDD803-B3E6-4CC1-A303-B594331707A8}"/>
              </a:ext>
            </a:extLst>
          </p:cNvPr>
          <p:cNvSpPr txBox="1"/>
          <p:nvPr/>
        </p:nvSpPr>
        <p:spPr>
          <a:xfrm>
            <a:off x="8427452" y="233145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La série temporelle n'est clairement pas stationnaire.</a:t>
            </a:r>
          </a:p>
        </p:txBody>
      </p:sp>
    </p:spTree>
    <p:extLst>
      <p:ext uri="{BB962C8B-B14F-4D97-AF65-F5344CB8AC3E}">
        <p14:creationId xmlns:p14="http://schemas.microsoft.com/office/powerpoint/2010/main" val="309946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5196FE-FE91-4740-8B7C-B068BE6C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Three</a:t>
            </a:r>
            <a:r>
              <a:rPr lang="fr-FR"/>
              <a:t> </a:t>
            </a:r>
            <a:r>
              <a:rPr lang="fr-FR" err="1"/>
              <a:t>Pikes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40CDDEC7-758E-45CC-8739-6E85723B3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268" y="506537"/>
            <a:ext cx="3098374" cy="2018514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006E61-2787-4CEC-8835-5E2EA48D2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Cycles but no </a:t>
            </a:r>
            <a:r>
              <a:rPr lang="fr-FR" err="1"/>
              <a:t>clear</a:t>
            </a:r>
            <a:r>
              <a:rPr lang="fr-FR"/>
              <a:t> </a:t>
            </a:r>
            <a:r>
              <a:rPr lang="fr-FR" err="1"/>
              <a:t>seasonalities</a:t>
            </a:r>
            <a:r>
              <a:rPr lang="fr-FR"/>
              <a:t>.</a:t>
            </a:r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0DFF0A5D-69E6-49B5-B23F-9752E96C4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833" y="2855798"/>
            <a:ext cx="2743200" cy="1727722"/>
          </a:xfrm>
          <a:prstGeom prst="rect">
            <a:avLst/>
          </a:prstGeom>
        </p:spPr>
      </p:pic>
      <p:pic>
        <p:nvPicPr>
          <p:cNvPr id="7" name="Image 7">
            <a:extLst>
              <a:ext uri="{FF2B5EF4-FFF2-40B4-BE49-F238E27FC236}">
                <a16:creationId xmlns:a16="http://schemas.microsoft.com/office/drawing/2014/main" id="{34B58709-F944-489D-ADD1-844591734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596" y="4910216"/>
            <a:ext cx="2743200" cy="1688123"/>
          </a:xfrm>
          <a:prstGeom prst="rect">
            <a:avLst/>
          </a:prstGeom>
        </p:spPr>
      </p:pic>
      <p:pic>
        <p:nvPicPr>
          <p:cNvPr id="9" name="Image 5">
            <a:extLst>
              <a:ext uri="{FF2B5EF4-FFF2-40B4-BE49-F238E27FC236}">
                <a16:creationId xmlns:a16="http://schemas.microsoft.com/office/drawing/2014/main" id="{2CB1FF56-2A73-41B5-BD23-BC5E1E470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556" y="3223036"/>
            <a:ext cx="3503202" cy="223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1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76724-0905-4EDB-BE75-015D0B18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884" y="457199"/>
            <a:ext cx="3500609" cy="1196671"/>
          </a:xfrm>
        </p:spPr>
        <p:txBody>
          <a:bodyPr/>
          <a:lstStyle/>
          <a:p>
            <a:r>
              <a:rPr lang="fr-FR" err="1"/>
              <a:t>Autocorrelation</a:t>
            </a:r>
            <a:r>
              <a:rPr lang="fr-FR"/>
              <a:t> and Partial autocorrelation</a:t>
            </a:r>
          </a:p>
          <a:p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4F82CE79-BC94-4C57-AEEB-D0B62EBB4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670" y="221369"/>
            <a:ext cx="4194500" cy="2989492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129AA5-D58F-4F4E-8BFC-B0746E1D3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F0635D04-4882-446A-9D62-6198614B4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204" y="3579469"/>
            <a:ext cx="4094375" cy="29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1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63E969-17B7-4BF9-924F-E0D20C06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First </a:t>
            </a:r>
            <a:r>
              <a:rPr lang="fr-FR" err="1"/>
              <a:t>order</a:t>
            </a:r>
            <a:r>
              <a:rPr lang="fr-FR"/>
              <a:t> </a:t>
            </a:r>
            <a:r>
              <a:rPr lang="fr-FR" err="1"/>
              <a:t>differential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E64B7620-8C15-435F-AEFA-F09521205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404759"/>
            <a:ext cx="6158418" cy="4016360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9C93F0-09E4-4191-A736-BFDBF5A2F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1218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50DFD-9F0C-40C6-9103-1AEA68A9D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New ACF and PACF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31C7E830-6712-43EA-B933-2A7E3FB39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166167"/>
            <a:ext cx="6158418" cy="4493544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57E43F-4CA2-4FDF-8F3D-D0994DD38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23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50DFD-9F0C-40C6-9103-1AEA68A9D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New ACF and PACF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57E43F-4CA2-4FDF-8F3D-D0994DD38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6FD37744-A0FA-4B18-BD2E-7A969F77A7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166167"/>
            <a:ext cx="6158418" cy="4493544"/>
          </a:xfrm>
        </p:spPr>
      </p:pic>
    </p:spTree>
    <p:extLst>
      <p:ext uri="{BB962C8B-B14F-4D97-AF65-F5344CB8AC3E}">
        <p14:creationId xmlns:p14="http://schemas.microsoft.com/office/powerpoint/2010/main" val="4103074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956585-2FF8-4FDF-A19C-4BD09A3F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Pearson </a:t>
            </a:r>
            <a:r>
              <a:rPr lang="fr-FR" err="1"/>
              <a:t>Correlation</a:t>
            </a:r>
            <a:br>
              <a:rPr lang="fr-FR"/>
            </a:br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D5A53A95-9484-4CB9-A993-476B8AE67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004449"/>
            <a:ext cx="6158418" cy="4816980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8BB9D7-B691-4349-A729-42EEEA0B7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10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62D369-C62E-43EB-98C9-3653D442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Linear</a:t>
            </a:r>
            <a:r>
              <a:rPr lang="fr-FR"/>
              <a:t> </a:t>
            </a:r>
            <a:r>
              <a:rPr lang="fr-FR" err="1"/>
              <a:t>regression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DB19AB2C-837B-46CA-9A62-DBD5EDDFD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460761"/>
            <a:ext cx="6158418" cy="3904357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92DDAC-8B14-400E-917D-705D281F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R^2 proche de 1</a:t>
            </a:r>
          </a:p>
          <a:p>
            <a:r>
              <a:rPr lang="fr-FR"/>
              <a:t>Possibilité d'utiliser les revenus des mineurs pour prédire les prix.</a:t>
            </a:r>
          </a:p>
        </p:txBody>
      </p:sp>
    </p:spTree>
    <p:extLst>
      <p:ext uri="{BB962C8B-B14F-4D97-AF65-F5344CB8AC3E}">
        <p14:creationId xmlns:p14="http://schemas.microsoft.com/office/powerpoint/2010/main" val="214865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82C82-46AC-40C7-8A58-45C262D4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Linear</a:t>
            </a:r>
            <a:r>
              <a:rPr lang="fr-FR"/>
              <a:t> </a:t>
            </a:r>
            <a:r>
              <a:rPr lang="fr-FR" err="1"/>
              <a:t>Regression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BF9A4E94-B7FC-40DF-ADCF-D073E39E0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460761"/>
            <a:ext cx="6158418" cy="3904357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D54D56-CBEE-444B-A602-31BCA60A8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880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FB5C1-3519-498B-8F3D-C0AFC4C6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Linear</a:t>
            </a:r>
            <a:r>
              <a:rPr lang="fr-FR"/>
              <a:t> </a:t>
            </a:r>
            <a:r>
              <a:rPr lang="fr-FR" err="1"/>
              <a:t>Regression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7B01BB94-0FA7-49EE-AE67-60F536C20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460761"/>
            <a:ext cx="6158418" cy="3904357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2CB4F9-21A1-4705-B60B-02ED910D0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175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8AD482-27A4-454E-8A3A-84F73CBD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2422E2-F15A-43AE-98F1-7210710B0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034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129502-2372-4957-9D61-3DEB9104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1078378"/>
            <a:ext cx="2917551" cy="4701244"/>
          </a:xfrm>
        </p:spPr>
        <p:txBody>
          <a:bodyPr anchor="ctr">
            <a:normAutofit/>
          </a:bodyPr>
          <a:lstStyle/>
          <a:p>
            <a:r>
              <a:rPr lang="fr-FR" sz="3600"/>
              <a:t>CLASSICAL MODELING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BDC8164B-5FC0-4CBD-B7AE-0CB8780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545081-A7CD-4B21-88F6-6E7294774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062" y="1078378"/>
            <a:ext cx="6262938" cy="47012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Modeling </a:t>
            </a:r>
            <a:r>
              <a:rPr lang="fr-FR" err="1"/>
              <a:t>whith</a:t>
            </a:r>
            <a:r>
              <a:rPr lang="fr-FR"/>
              <a:t> ARIMA</a:t>
            </a:r>
          </a:p>
          <a:p>
            <a:r>
              <a:rPr lang="fr-FR" err="1"/>
              <a:t>Seasonal</a:t>
            </a:r>
            <a:r>
              <a:rPr lang="fr-FR"/>
              <a:t> </a:t>
            </a:r>
            <a:r>
              <a:rPr lang="fr-FR" err="1"/>
              <a:t>Decomposition</a:t>
            </a:r>
          </a:p>
          <a:p>
            <a:r>
              <a:rPr lang="fr-FR"/>
              <a:t>Modeling </a:t>
            </a:r>
            <a:r>
              <a:rPr lang="fr-FR" err="1"/>
              <a:t>with</a:t>
            </a:r>
            <a:r>
              <a:rPr lang="fr-FR"/>
              <a:t> SARIMAX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791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355A2C-36B9-4FF8-A868-0DE21A21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3BE6F374-4C1D-4674-874F-E18B5EFCE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267" y="-394"/>
            <a:ext cx="4131656" cy="2616028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F41C18-F326-498D-8B25-E493D7B9D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0684DF3B-423D-4AB6-BDC8-A1380BFB7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764" y="1592759"/>
            <a:ext cx="3412853" cy="2185338"/>
          </a:xfrm>
          <a:prstGeom prst="rect">
            <a:avLst/>
          </a:prstGeom>
        </p:spPr>
      </p:pic>
      <p:pic>
        <p:nvPicPr>
          <p:cNvPr id="7" name="Image 7">
            <a:extLst>
              <a:ext uri="{FF2B5EF4-FFF2-40B4-BE49-F238E27FC236}">
                <a16:creationId xmlns:a16="http://schemas.microsoft.com/office/drawing/2014/main" id="{09D42A8B-AAEB-4DB4-ACFF-3F5937BCA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60" y="3745630"/>
            <a:ext cx="4707117" cy="294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43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ED1FC-FE6A-4543-9269-FA10CEB2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Arima</a:t>
            </a:r>
            <a:r>
              <a:rPr lang="fr-FR"/>
              <a:t> </a:t>
            </a:r>
            <a:r>
              <a:rPr lang="fr-FR" err="1"/>
              <a:t>ModelING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55F1C25A-ABC5-4CEA-9806-3589C1778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2038629"/>
            <a:ext cx="6158418" cy="2748619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ED8EF7-6D16-4244-A73E-1EEE501BB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844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1CA3AA-4DAA-4579-839C-BE70ABFA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SARIMAX</a:t>
            </a:r>
            <a:br>
              <a:rPr lang="fr-FR"/>
            </a:br>
            <a:r>
              <a:rPr lang="fr-FR"/>
              <a:t>ARIMAX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C8108D77-2B68-453C-BB74-6190B43E2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51" y="1908510"/>
            <a:ext cx="6158418" cy="3008858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30A8D1-652D-426A-AEC4-6910F7D83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err="1"/>
              <a:t>With</a:t>
            </a:r>
            <a:r>
              <a:rPr lang="fr-FR"/>
              <a:t> miner-revenue</a:t>
            </a:r>
          </a:p>
          <a:p>
            <a:r>
              <a:rPr lang="fr-FR" err="1"/>
              <a:t>Estimated</a:t>
            </a:r>
            <a:r>
              <a:rPr lang="fr-FR"/>
              <a:t> volume transaction</a:t>
            </a:r>
          </a:p>
        </p:txBody>
      </p:sp>
    </p:spTree>
    <p:extLst>
      <p:ext uri="{BB962C8B-B14F-4D97-AF65-F5344CB8AC3E}">
        <p14:creationId xmlns:p14="http://schemas.microsoft.com/office/powerpoint/2010/main" val="106970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8AD482-27A4-454E-8A3A-84F73CBD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2422E2-F15A-43AE-98F1-7210710B0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034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3096FA-6D38-4281-88E6-C341948B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1078378"/>
            <a:ext cx="2917551" cy="4701244"/>
          </a:xfrm>
        </p:spPr>
        <p:txBody>
          <a:bodyPr anchor="ctr">
            <a:normAutofit/>
          </a:bodyPr>
          <a:lstStyle/>
          <a:p>
            <a:r>
              <a:rPr lang="fr-FR" sz="3600"/>
              <a:t>RNN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BDC8164B-5FC0-4CBD-B7AE-0CB8780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F8063C-B68D-4B02-B3A9-F042EB0E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062" y="1078378"/>
            <a:ext cx="6262938" cy="47012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Process data</a:t>
            </a:r>
          </a:p>
          <a:p>
            <a:r>
              <a:rPr lang="fr-FR"/>
              <a:t>Recurrent neural network</a:t>
            </a:r>
          </a:p>
          <a:p>
            <a:r>
              <a:rPr lang="fr-FR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881678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C9A128-5F7C-4839-8C07-656C8845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147" y="407067"/>
            <a:ext cx="3092115" cy="1196671"/>
          </a:xfrm>
        </p:spPr>
        <p:txBody>
          <a:bodyPr/>
          <a:lstStyle/>
          <a:p>
            <a:r>
              <a:rPr lang="fr-FR"/>
              <a:t>Le modèle RNN</a:t>
            </a:r>
            <a:br>
              <a:rPr lang="fr-FR"/>
            </a:br>
            <a:endParaRPr lang="fr-FR"/>
          </a:p>
        </p:txBody>
      </p:sp>
      <p:pic>
        <p:nvPicPr>
          <p:cNvPr id="3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2504BD29-7A8D-41B2-A544-31ED47C86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63" y="2306610"/>
            <a:ext cx="11526252" cy="39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79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4CA70-A0DC-4B0A-8BFA-63936BCD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436F44-6965-4E9C-ACC9-480DEFCE6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67DE79D0-C58D-439E-8289-BE51F6F00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635" y="1006122"/>
            <a:ext cx="7073064" cy="4783554"/>
          </a:xfrm>
        </p:spPr>
      </p:pic>
    </p:spTree>
    <p:extLst>
      <p:ext uri="{BB962C8B-B14F-4D97-AF65-F5344CB8AC3E}">
        <p14:creationId xmlns:p14="http://schemas.microsoft.com/office/powerpoint/2010/main" val="3131511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F8BD3-96EB-4505-9EBE-C72F328C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29AB1E9F-3251-482A-910B-43BDE4F32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525" y="1176571"/>
            <a:ext cx="7117180" cy="4903870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70F1CA-0DBD-4245-A0CA-C5CDB39CA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683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4F6E0-6EFB-4F15-BFC7-B42B68E4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9C948B97-B301-41A0-A87E-11BBF4ECF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788" y="1246754"/>
            <a:ext cx="6425364" cy="4432634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10CD70-9C41-4358-A594-6F582E567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585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E7CD8D-F16F-4D96-8DEC-7AB8318E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RNN V/S ARIMA</a:t>
            </a:r>
            <a:br>
              <a:rPr lang="fr-FR"/>
            </a:br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0307598C-D7EC-4806-8608-E9A34CC2D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949" y="1538018"/>
            <a:ext cx="7144753" cy="3519237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10B1B5-497E-44F6-BDFC-6ABF47F9F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>
                <a:ea typeface="+mn-lt"/>
                <a:cs typeface="+mn-lt"/>
              </a:rPr>
              <a:t>RMSE : </a:t>
            </a:r>
            <a:endParaRPr lang="en-US" sz="2000">
              <a:ea typeface="+mn-lt"/>
              <a:cs typeface="+mn-lt"/>
            </a:endParaRPr>
          </a:p>
          <a:p>
            <a:r>
              <a:rPr lang="fr-FR" sz="2000">
                <a:ea typeface="+mn-lt"/>
                <a:cs typeface="+mn-lt"/>
              </a:rPr>
              <a:t>- RNN : 1532 (sur 600j de prédiction)</a:t>
            </a:r>
            <a:endParaRPr lang="en-US" sz="2000">
              <a:ea typeface="+mn-lt"/>
              <a:cs typeface="+mn-lt"/>
            </a:endParaRPr>
          </a:p>
          <a:p>
            <a:r>
              <a:rPr lang="fr-FR" sz="2000">
                <a:ea typeface="+mn-lt"/>
                <a:cs typeface="+mn-lt"/>
              </a:rPr>
              <a:t>- Mais... 4774 (sur les 30 derniers jours)</a:t>
            </a:r>
          </a:p>
          <a:p>
            <a:r>
              <a:rPr lang="fr-FR" sz="2000">
                <a:ea typeface="+mn-lt"/>
                <a:cs typeface="+mn-lt"/>
              </a:rPr>
              <a:t>- ARIMA(1,1,2) : 2853</a:t>
            </a: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247611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93AC5-A84E-4845-9175-9312C13D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LSTM Learning Model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418921-FCB2-49A3-88E1-231AA9C39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Image 11">
            <a:extLst>
              <a:ext uri="{FF2B5EF4-FFF2-40B4-BE49-F238E27FC236}">
                <a16:creationId xmlns:a16="http://schemas.microsoft.com/office/drawing/2014/main" id="{B2BDB828-E2DE-4B15-A7DD-C4CD82110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710" y="1126438"/>
            <a:ext cx="6806865" cy="4703344"/>
          </a:xfrm>
        </p:spPr>
      </p:pic>
    </p:spTree>
    <p:extLst>
      <p:ext uri="{BB962C8B-B14F-4D97-AF65-F5344CB8AC3E}">
        <p14:creationId xmlns:p14="http://schemas.microsoft.com/office/powerpoint/2010/main" val="1318542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4D7CD-0197-4928-8B2C-DC866632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+mn-lt"/>
                <a:cs typeface="+mn-lt"/>
              </a:rPr>
              <a:t>LSTM LEARNING MODEL</a:t>
            </a:r>
            <a:br>
              <a:rPr lang="fr-FR">
                <a:ea typeface="+mn-lt"/>
                <a:cs typeface="+mn-lt"/>
              </a:rPr>
            </a:b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64A2D8-87DE-41BB-9755-37138AF44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Image 8">
            <a:extLst>
              <a:ext uri="{FF2B5EF4-FFF2-40B4-BE49-F238E27FC236}">
                <a16:creationId xmlns:a16="http://schemas.microsoft.com/office/drawing/2014/main" id="{3BCABFFB-DFC7-45B5-A4F7-04AE14770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869" y="1176569"/>
            <a:ext cx="7044991" cy="4813634"/>
          </a:xfrm>
        </p:spPr>
      </p:pic>
    </p:spTree>
    <p:extLst>
      <p:ext uri="{BB962C8B-B14F-4D97-AF65-F5344CB8AC3E}">
        <p14:creationId xmlns:p14="http://schemas.microsoft.com/office/powerpoint/2010/main" val="1722319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9DC8B1-4823-47D6-9E2F-AAFA1A876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LSTM LEARNING MODEL</a:t>
            </a:r>
            <a:br>
              <a:rPr lang="fr-FR"/>
            </a:br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B94F873-A0BE-4557-8250-22C0958F4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871" y="1457807"/>
            <a:ext cx="7104647" cy="3499185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B3F73F-2AC0-4666-963A-84DADE04D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/>
              <a:t>RMSE : </a:t>
            </a:r>
          </a:p>
          <a:p>
            <a:r>
              <a:rPr lang="fr-FR" sz="2400"/>
              <a:t>- LSTM : 3413</a:t>
            </a:r>
          </a:p>
          <a:p>
            <a:r>
              <a:rPr lang="fr-FR" sz="2400"/>
              <a:t>- ARIMA(1,1,2) : 2853</a:t>
            </a:r>
          </a:p>
          <a:p>
            <a:r>
              <a:rPr lang="fr-FR"/>
              <a:t>LSTM_SIZE = 10</a:t>
            </a:r>
          </a:p>
        </p:txBody>
      </p:sp>
    </p:spTree>
    <p:extLst>
      <p:ext uri="{BB962C8B-B14F-4D97-AF65-F5344CB8AC3E}">
        <p14:creationId xmlns:p14="http://schemas.microsoft.com/office/powerpoint/2010/main" val="1590575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297218-8B0D-4C9B-9D3F-10F87509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log-</a:t>
            </a:r>
            <a:r>
              <a:rPr lang="fr-FR" err="1"/>
              <a:t>scale</a:t>
            </a:r>
            <a:r>
              <a:rPr lang="fr-FR"/>
              <a:t> normalisation</a:t>
            </a:r>
          </a:p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2F7B49-C21B-456F-A385-9AB9C82EE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 b="1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83EA91-FF41-4DCD-AB44-0D96F7B62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E1785295-70EA-4DA1-B1CD-F4E75A9E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74" y="1122107"/>
            <a:ext cx="6332621" cy="437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92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95C22-2B3B-40ED-B9D9-9A7F7A12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>
                <a:ea typeface="+mn-lt"/>
                <a:cs typeface="+mn-lt"/>
              </a:rPr>
              <a:t>LOGSCALE </a:t>
            </a:r>
            <a:br>
              <a:rPr lang="fr-FR">
                <a:ea typeface="+mn-lt"/>
                <a:cs typeface="+mn-lt"/>
              </a:rPr>
            </a:br>
            <a:r>
              <a:rPr lang="fr-FR">
                <a:ea typeface="+mn-lt"/>
                <a:cs typeface="+mn-lt"/>
              </a:rPr>
              <a:t>NORMALISATION</a:t>
            </a: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D10E0AAD-7C19-4F65-A22B-5ABF7E53E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62" y="1056254"/>
            <a:ext cx="6976811" cy="4813634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6442B4-DAFA-4C50-81FC-D5635CBF7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ea typeface="+mn-lt"/>
                <a:cs typeface="+mn-lt"/>
              </a:rPr>
              <a:t>RMSE : </a:t>
            </a:r>
            <a:endParaRPr lang="en-US">
              <a:ea typeface="+mn-lt"/>
              <a:cs typeface="+mn-lt"/>
            </a:endParaRPr>
          </a:p>
          <a:p>
            <a:r>
              <a:rPr lang="fr-FR">
                <a:ea typeface="+mn-lt"/>
                <a:cs typeface="+mn-lt"/>
              </a:rPr>
              <a:t>- RNN avec </a:t>
            </a:r>
            <a:r>
              <a:rPr lang="fr-FR" err="1">
                <a:ea typeface="+mn-lt"/>
                <a:cs typeface="+mn-lt"/>
              </a:rPr>
              <a:t>log_normal</a:t>
            </a:r>
            <a:r>
              <a:rPr lang="fr-FR">
                <a:ea typeface="+mn-lt"/>
                <a:cs typeface="+mn-lt"/>
              </a:rPr>
              <a:t>: 20117...</a:t>
            </a:r>
            <a:endParaRPr lang="en-US">
              <a:ea typeface="+mn-lt"/>
              <a:cs typeface="+mn-lt"/>
            </a:endParaRPr>
          </a:p>
          <a:p>
            <a:r>
              <a:rPr lang="fr-FR">
                <a:ea typeface="+mn-lt"/>
                <a:cs typeface="+mn-lt"/>
              </a:rPr>
              <a:t>- ARIMA(1,1,2) : 2853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016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8655C0-7C6C-484C-8B03-723EFF32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MULTIVARIATE RNN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F3201A-18E1-4F27-8C8C-B7628C150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-</a:t>
            </a:r>
            <a:r>
              <a:rPr lang="fr-FR" err="1"/>
              <a:t>miners</a:t>
            </a:r>
            <a:r>
              <a:rPr lang="fr-FR"/>
              <a:t> revenue</a:t>
            </a:r>
          </a:p>
          <a:p>
            <a:r>
              <a:rPr lang="fr-FR"/>
              <a:t>- </a:t>
            </a:r>
            <a:r>
              <a:rPr lang="fr-FR" err="1"/>
              <a:t>cost</a:t>
            </a:r>
            <a:r>
              <a:rPr lang="fr-FR"/>
              <a:t>-per-transaction-percent</a:t>
            </a:r>
          </a:p>
        </p:txBody>
      </p:sp>
      <p:pic>
        <p:nvPicPr>
          <p:cNvPr id="9" name="Image 9">
            <a:extLst>
              <a:ext uri="{FF2B5EF4-FFF2-40B4-BE49-F238E27FC236}">
                <a16:creationId xmlns:a16="http://schemas.microsoft.com/office/drawing/2014/main" id="{D8ABD0CD-F5B1-43DC-B36D-32E9615E2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90" y="1133954"/>
            <a:ext cx="6864015" cy="471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05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72CD9-2FA9-4119-80A9-E7ED2ED6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MULTIVARIATE </a:t>
            </a:r>
            <a:br>
              <a:rPr lang="fr-FR"/>
            </a:br>
            <a:r>
              <a:rPr lang="fr-FR"/>
              <a:t>RNN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167FD989-3744-4138-82AE-083750DB3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19" y="1326965"/>
            <a:ext cx="6415338" cy="4422607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B5110C-CA7E-4C7B-846B-401362882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RMSE : 4213</a:t>
            </a:r>
          </a:p>
          <a:p>
            <a:r>
              <a:rPr lang="fr-FR"/>
              <a:t>ARIMA_RMSE : 2853</a:t>
            </a:r>
          </a:p>
        </p:txBody>
      </p:sp>
    </p:spTree>
    <p:extLst>
      <p:ext uri="{BB962C8B-B14F-4D97-AF65-F5344CB8AC3E}">
        <p14:creationId xmlns:p14="http://schemas.microsoft.com/office/powerpoint/2010/main" val="2344716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4C5B93-FF61-41D3-895D-AF0792BD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spc="800"/>
              <a:t>Conclusion</a:t>
            </a:r>
          </a:p>
        </p:txBody>
      </p:sp>
      <p:sp>
        <p:nvSpPr>
          <p:cNvPr id="8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8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4D7CD-0197-4928-8B2C-DC866632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Stratégie à adopter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64A2D8-87DE-41BB-9755-37138AF44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3FF3846-D760-4F63-85C3-482DF085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FR"/>
              <a:t>Prédiction             Stratégie</a:t>
            </a:r>
          </a:p>
          <a:p>
            <a:endParaRPr lang="fr-FR"/>
          </a:p>
          <a:p>
            <a:r>
              <a:rPr lang="fr-FR"/>
              <a:t>Objectif : grosse espérance, faible variance</a:t>
            </a:r>
          </a:p>
          <a:p>
            <a:endParaRPr lang="fr-FR"/>
          </a:p>
          <a:p>
            <a:r>
              <a:rPr lang="fr-FR"/>
              <a:t>Stratégie dépend de :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fr-FR"/>
              <a:t>L'investisseur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fr-FR"/>
              <a:t>Performance / erreur du modèle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fr-FR"/>
              <a:t>Coût des transactions</a:t>
            </a:r>
          </a:p>
          <a:p>
            <a:pPr marL="0" indent="0">
              <a:buNone/>
            </a:pPr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1C3A546B-0DD5-4D2A-9EB9-4C8B1859E7FE}"/>
              </a:ext>
            </a:extLst>
          </p:cNvPr>
          <p:cNvSpPr/>
          <p:nvPr/>
        </p:nvSpPr>
        <p:spPr>
          <a:xfrm>
            <a:off x="2912582" y="955111"/>
            <a:ext cx="979714" cy="480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455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4D7CD-0197-4928-8B2C-DC866632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Stratégie à adopter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64A2D8-87DE-41BB-9755-37138AF44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3FF3846-D760-4F63-85C3-482DF085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Critique réseaux de neurones: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fr-FR"/>
              <a:t>Corrélation et non causalité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fr-FR"/>
              <a:t>Boîte noire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fr-FR"/>
              <a:t>Pas mieux que ARIMA/GARCH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fr-FR"/>
              <a:t>Possible amélioration (pertinence des données)</a:t>
            </a:r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r>
              <a:rPr lang="fr-FR"/>
              <a:t>Quel modèle prendre?</a:t>
            </a:r>
          </a:p>
          <a:p>
            <a:endParaRPr lang="fr-FR"/>
          </a:p>
          <a:p>
            <a:endParaRPr lang="fr-FR"/>
          </a:p>
          <a:p>
            <a:pPr marL="0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39428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0EBE61F3386B498B43250A47111BB5" ma:contentTypeVersion="2" ma:contentTypeDescription="Crée un document." ma:contentTypeScope="" ma:versionID="afe538da4ba731e50262b3cd607d00b0">
  <xsd:schema xmlns:xsd="http://www.w3.org/2001/XMLSchema" xmlns:xs="http://www.w3.org/2001/XMLSchema" xmlns:p="http://schemas.microsoft.com/office/2006/metadata/properties" xmlns:ns2="56cfd11d-de5a-4693-9328-95fd07f83b97" targetNamespace="http://schemas.microsoft.com/office/2006/metadata/properties" ma:root="true" ma:fieldsID="c9e2cfc61e7159fa90e5337acbba9c96" ns2:_="">
    <xsd:import namespace="56cfd11d-de5a-4693-9328-95fd07f83b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cfd11d-de5a-4693-9328-95fd07f83b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D08FD5-E8B6-48E6-9423-666275B96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982CAB-CE0F-4BAC-A127-E38A1C0A3B0C}">
  <ds:schemaRefs>
    <ds:schemaRef ds:uri="56cfd11d-de5a-4693-9328-95fd07f83b9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7193C7-F4DB-4475-987E-668EE0AD66A2}">
  <ds:schemaRefs>
    <ds:schemaRef ds:uri="56cfd11d-de5a-4693-9328-95fd07f83b9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Application>Microsoft Office PowerPoint</Application>
  <PresentationFormat>Widescreen</PresentationFormat>
  <Slides>33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Badge</vt:lpstr>
      <vt:lpstr>EI Bitcoin</vt:lpstr>
      <vt:lpstr>Exploratory Analysis</vt:lpstr>
      <vt:lpstr>Plotting the DATA</vt:lpstr>
      <vt:lpstr>Dickey fuller augmented</vt:lpstr>
      <vt:lpstr>Three Pikes</vt:lpstr>
      <vt:lpstr>Autocorrelation and Partial autocorrelation </vt:lpstr>
      <vt:lpstr>First order differential</vt:lpstr>
      <vt:lpstr>New ACF and PACF</vt:lpstr>
      <vt:lpstr>New ACF and PACF</vt:lpstr>
      <vt:lpstr>Pearson Correlation </vt:lpstr>
      <vt:lpstr>Linear regression</vt:lpstr>
      <vt:lpstr>Linear Regression</vt:lpstr>
      <vt:lpstr>Linear Regression</vt:lpstr>
      <vt:lpstr>CLASSICAL MODELING</vt:lpstr>
      <vt:lpstr>PowerPoint Presentation</vt:lpstr>
      <vt:lpstr>Arima ModelING</vt:lpstr>
      <vt:lpstr>SARIMAX ARIMAX</vt:lpstr>
      <vt:lpstr>RNN</vt:lpstr>
      <vt:lpstr>Le modèle RNN </vt:lpstr>
      <vt:lpstr>PowerPoint Presentation</vt:lpstr>
      <vt:lpstr>PowerPoint Presentation</vt:lpstr>
      <vt:lpstr>PowerPoint Presentation</vt:lpstr>
      <vt:lpstr>RNN V/S ARIMA </vt:lpstr>
      <vt:lpstr>LSTM Learning Model </vt:lpstr>
      <vt:lpstr>LSTM LEARNING MODEL </vt:lpstr>
      <vt:lpstr>LSTM LEARNING MODEL </vt:lpstr>
      <vt:lpstr>log-scale normalisation </vt:lpstr>
      <vt:lpstr>LOGSCALE  NORMALISATION </vt:lpstr>
      <vt:lpstr>MULTIVARIATE RNN</vt:lpstr>
      <vt:lpstr>MULTIVARIATE  RNN</vt:lpstr>
      <vt:lpstr>Conclusion</vt:lpstr>
      <vt:lpstr>Stratégie à adopter</vt:lpstr>
      <vt:lpstr>Stratégie à adopter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revision>1</cp:revision>
  <dcterms:created xsi:type="dcterms:W3CDTF">2021-06-09T07:15:42Z</dcterms:created>
  <dcterms:modified xsi:type="dcterms:W3CDTF">2021-06-11T08:59:37Z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0x010100BC0EBE61F3386B498B43250A47111BB5</vt:lpwstr>
  </property>
</Properties>
</file>